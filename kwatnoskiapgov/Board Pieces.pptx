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8229600" cx="8229600"/>
  <p:notesSz cx="6858000" cy="9144000"/>
  <p:embeddedFontLst>
    <p:embeddedFont>
      <p:font typeface="Source Serif 4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2">
          <p15:clr>
            <a:srgbClr val="747775"/>
          </p15:clr>
        </p15:guide>
        <p15:guide id="2" pos="25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2" orient="horz"/>
        <p:guide pos="25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Serif4-bold.fntdata"/><Relationship Id="rId10" Type="http://schemas.openxmlformats.org/officeDocument/2006/relationships/font" Target="fonts/SourceSerif4-regular.fntdata"/><Relationship Id="rId13" Type="http://schemas.openxmlformats.org/officeDocument/2006/relationships/font" Target="fonts/SourceSerif4-boldItalic.fntdata"/><Relationship Id="rId12" Type="http://schemas.openxmlformats.org/officeDocument/2006/relationships/font" Target="fonts/SourceSerif4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cf42ade7_0_0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cf42a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4cf42ade7_0_5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4cf42ad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cf42ade7_0_10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cf42ad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80538" y="1191320"/>
            <a:ext cx="7668600" cy="328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80530" y="4534600"/>
            <a:ext cx="7668600" cy="12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80530" y="3441360"/>
            <a:ext cx="7668600" cy="134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80530" y="712040"/>
            <a:ext cx="7668600" cy="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80530" y="1843960"/>
            <a:ext cx="7668600" cy="5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80530" y="712040"/>
            <a:ext cx="7668600" cy="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80530" y="1843960"/>
            <a:ext cx="3600000" cy="5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349160" y="1843960"/>
            <a:ext cx="3600000" cy="54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80530" y="712040"/>
            <a:ext cx="7668600" cy="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80530" y="888960"/>
            <a:ext cx="2527200" cy="12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80530" y="2223360"/>
            <a:ext cx="2527200" cy="50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41225" y="720240"/>
            <a:ext cx="5730900" cy="6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114800" y="-200"/>
            <a:ext cx="41148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38950" y="1973080"/>
            <a:ext cx="3640800" cy="237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38950" y="4484920"/>
            <a:ext cx="3640800" cy="19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445550" y="1158520"/>
            <a:ext cx="3453300" cy="591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80530" y="6768920"/>
            <a:ext cx="5398800" cy="9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80530" y="1769800"/>
            <a:ext cx="7668600" cy="314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80530" y="5043560"/>
            <a:ext cx="7668600" cy="20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0530" y="712040"/>
            <a:ext cx="76686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0530" y="1843960"/>
            <a:ext cx="76686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625212" y="7461147"/>
            <a:ext cx="493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82400" y="480725"/>
            <a:ext cx="2256600" cy="20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Source Serif 4"/>
                <a:ea typeface="Source Serif 4"/>
                <a:cs typeface="Source Serif 4"/>
                <a:sym typeface="Source Serif 4"/>
              </a:rPr>
              <a:t>JANUARY</a:t>
            </a:r>
            <a:endParaRPr sz="24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"/>
                <a:ea typeface="Source Serif 4"/>
                <a:cs typeface="Source Serif 4"/>
                <a:sym typeface="Source Serif 4"/>
              </a:rPr>
              <a:t>After each player has taken a turn, find the Iowa, New Hampshire, and South Carolina state cards. Hold the election, place the </a:t>
            </a:r>
            <a:endParaRPr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