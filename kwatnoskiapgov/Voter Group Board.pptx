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</p:sldIdLst>
  <p:sldSz cy="15544800" cx="10058400"/>
  <p:notesSz cx="6858000" cy="9144000"/>
  <p:embeddedFontLst>
    <p:embeddedFont>
      <p:font typeface="Source Serif 4 ExtraBold"/>
      <p:bold r:id="rId8"/>
      <p:boldItalic r:id="rId9"/>
    </p:embeddedFont>
    <p:embeddedFont>
      <p:font typeface="Source Serif 4"/>
      <p:regular r:id="rId10"/>
      <p:bold r:id="rId11"/>
      <p:italic r:id="rId12"/>
      <p:boldItalic r:id="rId1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4896">
          <p15:clr>
            <a:srgbClr val="747775"/>
          </p15:clr>
        </p15:guide>
        <p15:guide id="2" pos="3168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E66D6DE3-CD3D-44B4-8106-7CF95D713D52}">
  <a:tblStyle styleId="{E66D6DE3-CD3D-44B4-8106-7CF95D713D52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4896" orient="horz"/>
        <p:guide pos="3168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font" Target="fonts/SourceSerif4-bold.fntdata"/><Relationship Id="rId10" Type="http://schemas.openxmlformats.org/officeDocument/2006/relationships/font" Target="fonts/SourceSerif4-regular.fntdata"/><Relationship Id="rId13" Type="http://schemas.openxmlformats.org/officeDocument/2006/relationships/font" Target="fonts/SourceSerif4-boldItalic.fntdata"/><Relationship Id="rId12" Type="http://schemas.openxmlformats.org/officeDocument/2006/relationships/font" Target="fonts/SourceSerif4-italic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font" Target="fonts/SourceSerif4ExtraBold-boldItalic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font" Target="fonts/SourceSerif4ExtraBold-bold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2319941" y="685800"/>
            <a:ext cx="22188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2319941" y="685800"/>
            <a:ext cx="22188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42879" y="2250271"/>
            <a:ext cx="9372600" cy="6203400"/>
          </a:xfrm>
          <a:prstGeom prst="rect">
            <a:avLst/>
          </a:prstGeom>
        </p:spPr>
        <p:txBody>
          <a:bodyPr anchorCtr="0" anchor="b" bIns="159150" lIns="159150" spcFirstLastPara="1" rIns="159150" wrap="square" tIns="15915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9052"/>
              <a:buNone/>
              <a:defRPr sz="9052"/>
            </a:lvl1pPr>
            <a:lvl2pPr lvl="1" algn="ctr">
              <a:spcBef>
                <a:spcPts val="0"/>
              </a:spcBef>
              <a:spcAft>
                <a:spcPts val="0"/>
              </a:spcAft>
              <a:buSzPts val="9052"/>
              <a:buNone/>
              <a:defRPr sz="9052"/>
            </a:lvl2pPr>
            <a:lvl3pPr lvl="2" algn="ctr">
              <a:spcBef>
                <a:spcPts val="0"/>
              </a:spcBef>
              <a:spcAft>
                <a:spcPts val="0"/>
              </a:spcAft>
              <a:buSzPts val="9052"/>
              <a:buNone/>
              <a:defRPr sz="9052"/>
            </a:lvl3pPr>
            <a:lvl4pPr lvl="3" algn="ctr">
              <a:spcBef>
                <a:spcPts val="0"/>
              </a:spcBef>
              <a:spcAft>
                <a:spcPts val="0"/>
              </a:spcAft>
              <a:buSzPts val="9052"/>
              <a:buNone/>
              <a:defRPr sz="9052"/>
            </a:lvl4pPr>
            <a:lvl5pPr lvl="4" algn="ctr">
              <a:spcBef>
                <a:spcPts val="0"/>
              </a:spcBef>
              <a:spcAft>
                <a:spcPts val="0"/>
              </a:spcAft>
              <a:buSzPts val="9052"/>
              <a:buNone/>
              <a:defRPr sz="9052"/>
            </a:lvl5pPr>
            <a:lvl6pPr lvl="5" algn="ctr">
              <a:spcBef>
                <a:spcPts val="0"/>
              </a:spcBef>
              <a:spcAft>
                <a:spcPts val="0"/>
              </a:spcAft>
              <a:buSzPts val="9052"/>
              <a:buNone/>
              <a:defRPr sz="9052"/>
            </a:lvl6pPr>
            <a:lvl7pPr lvl="6" algn="ctr">
              <a:spcBef>
                <a:spcPts val="0"/>
              </a:spcBef>
              <a:spcAft>
                <a:spcPts val="0"/>
              </a:spcAft>
              <a:buSzPts val="9052"/>
              <a:buNone/>
              <a:defRPr sz="9052"/>
            </a:lvl7pPr>
            <a:lvl8pPr lvl="7" algn="ctr">
              <a:spcBef>
                <a:spcPts val="0"/>
              </a:spcBef>
              <a:spcAft>
                <a:spcPts val="0"/>
              </a:spcAft>
              <a:buSzPts val="9052"/>
              <a:buNone/>
              <a:defRPr sz="9052"/>
            </a:lvl8pPr>
            <a:lvl9pPr lvl="8" algn="ctr">
              <a:spcBef>
                <a:spcPts val="0"/>
              </a:spcBef>
              <a:spcAft>
                <a:spcPts val="0"/>
              </a:spcAft>
              <a:buSzPts val="9052"/>
              <a:buNone/>
              <a:defRPr sz="9052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42870" y="8565356"/>
            <a:ext cx="9372600" cy="2395500"/>
          </a:xfrm>
          <a:prstGeom prst="rect">
            <a:avLst/>
          </a:prstGeom>
        </p:spPr>
        <p:txBody>
          <a:bodyPr anchorCtr="0" anchor="t" bIns="159150" lIns="159150" spcFirstLastPara="1" rIns="159150" wrap="square" tIns="15915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74"/>
              <a:buNone/>
              <a:defRPr sz="4874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74"/>
              <a:buNone/>
              <a:defRPr sz="4874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74"/>
              <a:buNone/>
              <a:defRPr sz="4874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74"/>
              <a:buNone/>
              <a:defRPr sz="4874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74"/>
              <a:buNone/>
              <a:defRPr sz="4874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74"/>
              <a:buNone/>
              <a:defRPr sz="4874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74"/>
              <a:buNone/>
              <a:defRPr sz="4874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74"/>
              <a:buNone/>
              <a:defRPr sz="4874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74"/>
              <a:buNone/>
              <a:defRPr sz="4874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9319704" y="14093277"/>
            <a:ext cx="603600" cy="1189500"/>
          </a:xfrm>
          <a:prstGeom prst="rect">
            <a:avLst/>
          </a:prstGeom>
        </p:spPr>
        <p:txBody>
          <a:bodyPr anchorCtr="0" anchor="ctr" bIns="159150" lIns="159150" spcFirstLastPara="1" rIns="159150" wrap="square" tIns="159150">
            <a:normAutofit/>
          </a:bodyPr>
          <a:lstStyle>
            <a:lvl1pPr lvl="0">
              <a:buNone/>
              <a:defRPr sz="1741"/>
            </a:lvl1pPr>
            <a:lvl2pPr lvl="1">
              <a:buNone/>
              <a:defRPr sz="1741"/>
            </a:lvl2pPr>
            <a:lvl3pPr lvl="2">
              <a:buNone/>
              <a:defRPr sz="1741"/>
            </a:lvl3pPr>
            <a:lvl4pPr lvl="3">
              <a:buNone/>
              <a:defRPr sz="1741"/>
            </a:lvl4pPr>
            <a:lvl5pPr lvl="4">
              <a:buNone/>
              <a:defRPr sz="1741"/>
            </a:lvl5pPr>
            <a:lvl6pPr lvl="5">
              <a:buNone/>
              <a:defRPr sz="1741"/>
            </a:lvl6pPr>
            <a:lvl7pPr lvl="6">
              <a:buNone/>
              <a:defRPr sz="1741"/>
            </a:lvl7pPr>
            <a:lvl8pPr lvl="7">
              <a:buNone/>
              <a:defRPr sz="1741"/>
            </a:lvl8pPr>
            <a:lvl9pPr lvl="8">
              <a:buNone/>
              <a:defRPr sz="1741"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42870" y="6500347"/>
            <a:ext cx="9372600" cy="2544000"/>
          </a:xfrm>
          <a:prstGeom prst="rect">
            <a:avLst/>
          </a:prstGeom>
        </p:spPr>
        <p:txBody>
          <a:bodyPr anchorCtr="0" anchor="ctr" bIns="159150" lIns="159150" spcFirstLastPara="1" rIns="159150" wrap="square" tIns="15915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6267"/>
              <a:buNone/>
              <a:defRPr sz="6267"/>
            </a:lvl1pPr>
            <a:lvl2pPr lvl="1" algn="ctr">
              <a:spcBef>
                <a:spcPts val="0"/>
              </a:spcBef>
              <a:spcAft>
                <a:spcPts val="0"/>
              </a:spcAft>
              <a:buSzPts val="6267"/>
              <a:buNone/>
              <a:defRPr sz="6267"/>
            </a:lvl2pPr>
            <a:lvl3pPr lvl="2" algn="ctr">
              <a:spcBef>
                <a:spcPts val="0"/>
              </a:spcBef>
              <a:spcAft>
                <a:spcPts val="0"/>
              </a:spcAft>
              <a:buSzPts val="6267"/>
              <a:buNone/>
              <a:defRPr sz="6267"/>
            </a:lvl3pPr>
            <a:lvl4pPr lvl="3" algn="ctr">
              <a:spcBef>
                <a:spcPts val="0"/>
              </a:spcBef>
              <a:spcAft>
                <a:spcPts val="0"/>
              </a:spcAft>
              <a:buSzPts val="6267"/>
              <a:buNone/>
              <a:defRPr sz="6267"/>
            </a:lvl4pPr>
            <a:lvl5pPr lvl="4" algn="ctr">
              <a:spcBef>
                <a:spcPts val="0"/>
              </a:spcBef>
              <a:spcAft>
                <a:spcPts val="0"/>
              </a:spcAft>
              <a:buSzPts val="6267"/>
              <a:buNone/>
              <a:defRPr sz="6267"/>
            </a:lvl5pPr>
            <a:lvl6pPr lvl="5" algn="ctr">
              <a:spcBef>
                <a:spcPts val="0"/>
              </a:spcBef>
              <a:spcAft>
                <a:spcPts val="0"/>
              </a:spcAft>
              <a:buSzPts val="6267"/>
              <a:buNone/>
              <a:defRPr sz="6267"/>
            </a:lvl6pPr>
            <a:lvl7pPr lvl="6" algn="ctr">
              <a:spcBef>
                <a:spcPts val="0"/>
              </a:spcBef>
              <a:spcAft>
                <a:spcPts val="0"/>
              </a:spcAft>
              <a:buSzPts val="6267"/>
              <a:buNone/>
              <a:defRPr sz="6267"/>
            </a:lvl7pPr>
            <a:lvl8pPr lvl="7" algn="ctr">
              <a:spcBef>
                <a:spcPts val="0"/>
              </a:spcBef>
              <a:spcAft>
                <a:spcPts val="0"/>
              </a:spcAft>
              <a:buSzPts val="6267"/>
              <a:buNone/>
              <a:defRPr sz="6267"/>
            </a:lvl8pPr>
            <a:lvl9pPr lvl="8" algn="ctr">
              <a:spcBef>
                <a:spcPts val="0"/>
              </a:spcBef>
              <a:spcAft>
                <a:spcPts val="0"/>
              </a:spcAft>
              <a:buSzPts val="6267"/>
              <a:buNone/>
              <a:defRPr sz="6267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9319704" y="14093277"/>
            <a:ext cx="603600" cy="1189500"/>
          </a:xfrm>
          <a:prstGeom prst="rect">
            <a:avLst/>
          </a:prstGeom>
        </p:spPr>
        <p:txBody>
          <a:bodyPr anchorCtr="0" anchor="ctr" bIns="159150" lIns="159150" spcFirstLastPara="1" rIns="159150" wrap="square" tIns="159150">
            <a:normAutofit/>
          </a:bodyPr>
          <a:lstStyle>
            <a:lvl1pPr lvl="0">
              <a:buNone/>
              <a:defRPr sz="1741"/>
            </a:lvl1pPr>
            <a:lvl2pPr lvl="1">
              <a:buNone/>
              <a:defRPr sz="1741"/>
            </a:lvl2pPr>
            <a:lvl3pPr lvl="2">
              <a:buNone/>
              <a:defRPr sz="1741"/>
            </a:lvl3pPr>
            <a:lvl4pPr lvl="3">
              <a:buNone/>
              <a:defRPr sz="1741"/>
            </a:lvl4pPr>
            <a:lvl5pPr lvl="4">
              <a:buNone/>
              <a:defRPr sz="1741"/>
            </a:lvl5pPr>
            <a:lvl6pPr lvl="5">
              <a:buNone/>
              <a:defRPr sz="1741"/>
            </a:lvl6pPr>
            <a:lvl7pPr lvl="6">
              <a:buNone/>
              <a:defRPr sz="1741"/>
            </a:lvl7pPr>
            <a:lvl8pPr lvl="7">
              <a:buNone/>
              <a:defRPr sz="1741"/>
            </a:lvl8pPr>
            <a:lvl9pPr lvl="8">
              <a:buNone/>
              <a:defRPr sz="1741"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42870" y="1344964"/>
            <a:ext cx="9372600" cy="1730700"/>
          </a:xfrm>
          <a:prstGeom prst="rect">
            <a:avLst/>
          </a:prstGeom>
        </p:spPr>
        <p:txBody>
          <a:bodyPr anchorCtr="0" anchor="t" bIns="159150" lIns="159150" spcFirstLastPara="1" rIns="159150" wrap="square" tIns="15915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74"/>
              <a:buNone/>
              <a:defRPr sz="4874"/>
            </a:lvl1pPr>
            <a:lvl2pPr lvl="1">
              <a:spcBef>
                <a:spcPts val="0"/>
              </a:spcBef>
              <a:spcAft>
                <a:spcPts val="0"/>
              </a:spcAft>
              <a:buSzPts val="4874"/>
              <a:buNone/>
              <a:defRPr sz="4874"/>
            </a:lvl2pPr>
            <a:lvl3pPr lvl="2">
              <a:spcBef>
                <a:spcPts val="0"/>
              </a:spcBef>
              <a:spcAft>
                <a:spcPts val="0"/>
              </a:spcAft>
              <a:buSzPts val="4874"/>
              <a:buNone/>
              <a:defRPr sz="4874"/>
            </a:lvl3pPr>
            <a:lvl4pPr lvl="3">
              <a:spcBef>
                <a:spcPts val="0"/>
              </a:spcBef>
              <a:spcAft>
                <a:spcPts val="0"/>
              </a:spcAft>
              <a:buSzPts val="4874"/>
              <a:buNone/>
              <a:defRPr sz="4874"/>
            </a:lvl4pPr>
            <a:lvl5pPr lvl="4">
              <a:spcBef>
                <a:spcPts val="0"/>
              </a:spcBef>
              <a:spcAft>
                <a:spcPts val="0"/>
              </a:spcAft>
              <a:buSzPts val="4874"/>
              <a:buNone/>
              <a:defRPr sz="4874"/>
            </a:lvl5pPr>
            <a:lvl6pPr lvl="5">
              <a:spcBef>
                <a:spcPts val="0"/>
              </a:spcBef>
              <a:spcAft>
                <a:spcPts val="0"/>
              </a:spcAft>
              <a:buSzPts val="4874"/>
              <a:buNone/>
              <a:defRPr sz="4874"/>
            </a:lvl6pPr>
            <a:lvl7pPr lvl="6">
              <a:spcBef>
                <a:spcPts val="0"/>
              </a:spcBef>
              <a:spcAft>
                <a:spcPts val="0"/>
              </a:spcAft>
              <a:buSzPts val="4874"/>
              <a:buNone/>
              <a:defRPr sz="4874"/>
            </a:lvl7pPr>
            <a:lvl8pPr lvl="7">
              <a:spcBef>
                <a:spcPts val="0"/>
              </a:spcBef>
              <a:spcAft>
                <a:spcPts val="0"/>
              </a:spcAft>
              <a:buSzPts val="4874"/>
              <a:buNone/>
              <a:defRPr sz="4874"/>
            </a:lvl8pPr>
            <a:lvl9pPr lvl="8">
              <a:spcBef>
                <a:spcPts val="0"/>
              </a:spcBef>
              <a:spcAft>
                <a:spcPts val="0"/>
              </a:spcAft>
              <a:buSzPts val="4874"/>
              <a:buNone/>
              <a:defRPr sz="4874"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42870" y="3483036"/>
            <a:ext cx="9372600" cy="10325100"/>
          </a:xfrm>
          <a:prstGeom prst="rect">
            <a:avLst/>
          </a:prstGeom>
        </p:spPr>
        <p:txBody>
          <a:bodyPr anchorCtr="0" anchor="t" bIns="159150" lIns="159150" spcFirstLastPara="1" rIns="159150" wrap="square" tIns="159150">
            <a:normAutofit/>
          </a:bodyPr>
          <a:lstStyle>
            <a:lvl1pPr indent="-427566" lvl="0" marL="457200">
              <a:spcBef>
                <a:spcPts val="0"/>
              </a:spcBef>
              <a:spcAft>
                <a:spcPts val="0"/>
              </a:spcAft>
              <a:buSzPts val="3133"/>
              <a:buChar char="●"/>
              <a:defRPr sz="3133"/>
            </a:lvl1pPr>
            <a:lvl2pPr indent="-383352" lvl="1" marL="914400">
              <a:spcBef>
                <a:spcPts val="0"/>
              </a:spcBef>
              <a:spcAft>
                <a:spcPts val="0"/>
              </a:spcAft>
              <a:buSzPts val="2437"/>
              <a:buChar char="○"/>
              <a:defRPr sz="2437"/>
            </a:lvl2pPr>
            <a:lvl3pPr indent="-383352" lvl="2" marL="1371600">
              <a:spcBef>
                <a:spcPts val="0"/>
              </a:spcBef>
              <a:spcAft>
                <a:spcPts val="0"/>
              </a:spcAft>
              <a:buSzPts val="2437"/>
              <a:buChar char="■"/>
              <a:defRPr sz="2437"/>
            </a:lvl3pPr>
            <a:lvl4pPr indent="-383352" lvl="3" marL="1828800">
              <a:spcBef>
                <a:spcPts val="0"/>
              </a:spcBef>
              <a:spcAft>
                <a:spcPts val="0"/>
              </a:spcAft>
              <a:buSzPts val="2437"/>
              <a:buChar char="●"/>
              <a:defRPr sz="2437"/>
            </a:lvl4pPr>
            <a:lvl5pPr indent="-383352" lvl="4" marL="2286000">
              <a:spcBef>
                <a:spcPts val="0"/>
              </a:spcBef>
              <a:spcAft>
                <a:spcPts val="0"/>
              </a:spcAft>
              <a:buSzPts val="2437"/>
              <a:buChar char="○"/>
              <a:defRPr sz="2437"/>
            </a:lvl5pPr>
            <a:lvl6pPr indent="-383352" lvl="5" marL="2743200">
              <a:spcBef>
                <a:spcPts val="0"/>
              </a:spcBef>
              <a:spcAft>
                <a:spcPts val="0"/>
              </a:spcAft>
              <a:buSzPts val="2437"/>
              <a:buChar char="■"/>
              <a:defRPr sz="2437"/>
            </a:lvl6pPr>
            <a:lvl7pPr indent="-383352" lvl="6" marL="3200400">
              <a:spcBef>
                <a:spcPts val="0"/>
              </a:spcBef>
              <a:spcAft>
                <a:spcPts val="0"/>
              </a:spcAft>
              <a:buSzPts val="2437"/>
              <a:buChar char="●"/>
              <a:defRPr sz="2437"/>
            </a:lvl7pPr>
            <a:lvl8pPr indent="-383352" lvl="7" marL="3657600">
              <a:spcBef>
                <a:spcPts val="0"/>
              </a:spcBef>
              <a:spcAft>
                <a:spcPts val="0"/>
              </a:spcAft>
              <a:buSzPts val="2437"/>
              <a:buChar char="○"/>
              <a:defRPr sz="2437"/>
            </a:lvl8pPr>
            <a:lvl9pPr indent="-383352" lvl="8" marL="4114800">
              <a:spcBef>
                <a:spcPts val="0"/>
              </a:spcBef>
              <a:spcAft>
                <a:spcPts val="0"/>
              </a:spcAft>
              <a:buSzPts val="2437"/>
              <a:buChar char="■"/>
              <a:defRPr sz="2437"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9319704" y="14093277"/>
            <a:ext cx="603600" cy="1189500"/>
          </a:xfrm>
          <a:prstGeom prst="rect">
            <a:avLst/>
          </a:prstGeom>
        </p:spPr>
        <p:txBody>
          <a:bodyPr anchorCtr="0" anchor="ctr" bIns="159150" lIns="159150" spcFirstLastPara="1" rIns="159150" wrap="square" tIns="159150">
            <a:normAutofit/>
          </a:bodyPr>
          <a:lstStyle>
            <a:lvl1pPr lvl="0">
              <a:buNone/>
              <a:defRPr sz="1741"/>
            </a:lvl1pPr>
            <a:lvl2pPr lvl="1">
              <a:buNone/>
              <a:defRPr sz="1741"/>
            </a:lvl2pPr>
            <a:lvl3pPr lvl="2">
              <a:buNone/>
              <a:defRPr sz="1741"/>
            </a:lvl3pPr>
            <a:lvl4pPr lvl="3">
              <a:buNone/>
              <a:defRPr sz="1741"/>
            </a:lvl4pPr>
            <a:lvl5pPr lvl="4">
              <a:buNone/>
              <a:defRPr sz="1741"/>
            </a:lvl5pPr>
            <a:lvl6pPr lvl="5">
              <a:buNone/>
              <a:defRPr sz="1741"/>
            </a:lvl6pPr>
            <a:lvl7pPr lvl="6">
              <a:buNone/>
              <a:defRPr sz="1741"/>
            </a:lvl7pPr>
            <a:lvl8pPr lvl="7">
              <a:buNone/>
              <a:defRPr sz="1741"/>
            </a:lvl8pPr>
            <a:lvl9pPr lvl="8">
              <a:buNone/>
              <a:defRPr sz="1741"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42870" y="1344964"/>
            <a:ext cx="9372600" cy="1730700"/>
          </a:xfrm>
          <a:prstGeom prst="rect">
            <a:avLst/>
          </a:prstGeom>
        </p:spPr>
        <p:txBody>
          <a:bodyPr anchorCtr="0" anchor="t" bIns="159150" lIns="159150" spcFirstLastPara="1" rIns="159150" wrap="square" tIns="15915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74"/>
              <a:buNone/>
              <a:defRPr sz="4874"/>
            </a:lvl1pPr>
            <a:lvl2pPr lvl="1">
              <a:spcBef>
                <a:spcPts val="0"/>
              </a:spcBef>
              <a:spcAft>
                <a:spcPts val="0"/>
              </a:spcAft>
              <a:buSzPts val="4874"/>
              <a:buNone/>
              <a:defRPr sz="4874"/>
            </a:lvl2pPr>
            <a:lvl3pPr lvl="2">
              <a:spcBef>
                <a:spcPts val="0"/>
              </a:spcBef>
              <a:spcAft>
                <a:spcPts val="0"/>
              </a:spcAft>
              <a:buSzPts val="4874"/>
              <a:buNone/>
              <a:defRPr sz="4874"/>
            </a:lvl3pPr>
            <a:lvl4pPr lvl="3">
              <a:spcBef>
                <a:spcPts val="0"/>
              </a:spcBef>
              <a:spcAft>
                <a:spcPts val="0"/>
              </a:spcAft>
              <a:buSzPts val="4874"/>
              <a:buNone/>
              <a:defRPr sz="4874"/>
            </a:lvl4pPr>
            <a:lvl5pPr lvl="4">
              <a:spcBef>
                <a:spcPts val="0"/>
              </a:spcBef>
              <a:spcAft>
                <a:spcPts val="0"/>
              </a:spcAft>
              <a:buSzPts val="4874"/>
              <a:buNone/>
              <a:defRPr sz="4874"/>
            </a:lvl5pPr>
            <a:lvl6pPr lvl="5">
              <a:spcBef>
                <a:spcPts val="0"/>
              </a:spcBef>
              <a:spcAft>
                <a:spcPts val="0"/>
              </a:spcAft>
              <a:buSzPts val="4874"/>
              <a:buNone/>
              <a:defRPr sz="4874"/>
            </a:lvl6pPr>
            <a:lvl7pPr lvl="6">
              <a:spcBef>
                <a:spcPts val="0"/>
              </a:spcBef>
              <a:spcAft>
                <a:spcPts val="0"/>
              </a:spcAft>
              <a:buSzPts val="4874"/>
              <a:buNone/>
              <a:defRPr sz="4874"/>
            </a:lvl7pPr>
            <a:lvl8pPr lvl="7">
              <a:spcBef>
                <a:spcPts val="0"/>
              </a:spcBef>
              <a:spcAft>
                <a:spcPts val="0"/>
              </a:spcAft>
              <a:buSzPts val="4874"/>
              <a:buNone/>
              <a:defRPr sz="4874"/>
            </a:lvl8pPr>
            <a:lvl9pPr lvl="8">
              <a:spcBef>
                <a:spcPts val="0"/>
              </a:spcBef>
              <a:spcAft>
                <a:spcPts val="0"/>
              </a:spcAft>
              <a:buSzPts val="4874"/>
              <a:buNone/>
              <a:defRPr sz="4874"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42870" y="3483036"/>
            <a:ext cx="4399800" cy="10325100"/>
          </a:xfrm>
          <a:prstGeom prst="rect">
            <a:avLst/>
          </a:prstGeom>
        </p:spPr>
        <p:txBody>
          <a:bodyPr anchorCtr="0" anchor="t" bIns="159150" lIns="159150" spcFirstLastPara="1" rIns="159150" wrap="square" tIns="159150">
            <a:normAutofit/>
          </a:bodyPr>
          <a:lstStyle>
            <a:lvl1pPr indent="-383352" lvl="0" marL="457200">
              <a:spcBef>
                <a:spcPts val="0"/>
              </a:spcBef>
              <a:spcAft>
                <a:spcPts val="0"/>
              </a:spcAft>
              <a:buSzPts val="2437"/>
              <a:buChar char="●"/>
              <a:defRPr sz="2437"/>
            </a:lvl1pPr>
            <a:lvl2pPr indent="-361245" lvl="1" marL="914400">
              <a:spcBef>
                <a:spcPts val="0"/>
              </a:spcBef>
              <a:spcAft>
                <a:spcPts val="0"/>
              </a:spcAft>
              <a:buSzPts val="2089"/>
              <a:buChar char="○"/>
              <a:defRPr sz="2089"/>
            </a:lvl2pPr>
            <a:lvl3pPr indent="-361245" lvl="2" marL="1371600">
              <a:spcBef>
                <a:spcPts val="0"/>
              </a:spcBef>
              <a:spcAft>
                <a:spcPts val="0"/>
              </a:spcAft>
              <a:buSzPts val="2089"/>
              <a:buChar char="■"/>
              <a:defRPr sz="2089"/>
            </a:lvl3pPr>
            <a:lvl4pPr indent="-361245" lvl="3" marL="1828800">
              <a:spcBef>
                <a:spcPts val="0"/>
              </a:spcBef>
              <a:spcAft>
                <a:spcPts val="0"/>
              </a:spcAft>
              <a:buSzPts val="2089"/>
              <a:buChar char="●"/>
              <a:defRPr sz="2089"/>
            </a:lvl4pPr>
            <a:lvl5pPr indent="-361245" lvl="4" marL="2286000">
              <a:spcBef>
                <a:spcPts val="0"/>
              </a:spcBef>
              <a:spcAft>
                <a:spcPts val="0"/>
              </a:spcAft>
              <a:buSzPts val="2089"/>
              <a:buChar char="○"/>
              <a:defRPr sz="2089"/>
            </a:lvl5pPr>
            <a:lvl6pPr indent="-361245" lvl="5" marL="2743200">
              <a:spcBef>
                <a:spcPts val="0"/>
              </a:spcBef>
              <a:spcAft>
                <a:spcPts val="0"/>
              </a:spcAft>
              <a:buSzPts val="2089"/>
              <a:buChar char="■"/>
              <a:defRPr sz="2089"/>
            </a:lvl6pPr>
            <a:lvl7pPr indent="-361245" lvl="6" marL="3200400">
              <a:spcBef>
                <a:spcPts val="0"/>
              </a:spcBef>
              <a:spcAft>
                <a:spcPts val="0"/>
              </a:spcAft>
              <a:buSzPts val="2089"/>
              <a:buChar char="●"/>
              <a:defRPr sz="2089"/>
            </a:lvl7pPr>
            <a:lvl8pPr indent="-361245" lvl="7" marL="3657600">
              <a:spcBef>
                <a:spcPts val="0"/>
              </a:spcBef>
              <a:spcAft>
                <a:spcPts val="0"/>
              </a:spcAft>
              <a:buSzPts val="2089"/>
              <a:buChar char="○"/>
              <a:defRPr sz="2089"/>
            </a:lvl8pPr>
            <a:lvl9pPr indent="-361245" lvl="8" marL="4114800">
              <a:spcBef>
                <a:spcPts val="0"/>
              </a:spcBef>
              <a:spcAft>
                <a:spcPts val="0"/>
              </a:spcAft>
              <a:buSzPts val="2089"/>
              <a:buChar char="■"/>
              <a:defRPr sz="2089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5315640" y="3483036"/>
            <a:ext cx="4399800" cy="10325100"/>
          </a:xfrm>
          <a:prstGeom prst="rect">
            <a:avLst/>
          </a:prstGeom>
        </p:spPr>
        <p:txBody>
          <a:bodyPr anchorCtr="0" anchor="t" bIns="159150" lIns="159150" spcFirstLastPara="1" rIns="159150" wrap="square" tIns="159150">
            <a:normAutofit/>
          </a:bodyPr>
          <a:lstStyle>
            <a:lvl1pPr indent="-383352" lvl="0" marL="457200">
              <a:spcBef>
                <a:spcPts val="0"/>
              </a:spcBef>
              <a:spcAft>
                <a:spcPts val="0"/>
              </a:spcAft>
              <a:buSzPts val="2437"/>
              <a:buChar char="●"/>
              <a:defRPr sz="2437"/>
            </a:lvl1pPr>
            <a:lvl2pPr indent="-361245" lvl="1" marL="914400">
              <a:spcBef>
                <a:spcPts val="0"/>
              </a:spcBef>
              <a:spcAft>
                <a:spcPts val="0"/>
              </a:spcAft>
              <a:buSzPts val="2089"/>
              <a:buChar char="○"/>
              <a:defRPr sz="2089"/>
            </a:lvl2pPr>
            <a:lvl3pPr indent="-361245" lvl="2" marL="1371600">
              <a:spcBef>
                <a:spcPts val="0"/>
              </a:spcBef>
              <a:spcAft>
                <a:spcPts val="0"/>
              </a:spcAft>
              <a:buSzPts val="2089"/>
              <a:buChar char="■"/>
              <a:defRPr sz="2089"/>
            </a:lvl3pPr>
            <a:lvl4pPr indent="-361245" lvl="3" marL="1828800">
              <a:spcBef>
                <a:spcPts val="0"/>
              </a:spcBef>
              <a:spcAft>
                <a:spcPts val="0"/>
              </a:spcAft>
              <a:buSzPts val="2089"/>
              <a:buChar char="●"/>
              <a:defRPr sz="2089"/>
            </a:lvl4pPr>
            <a:lvl5pPr indent="-361245" lvl="4" marL="2286000">
              <a:spcBef>
                <a:spcPts val="0"/>
              </a:spcBef>
              <a:spcAft>
                <a:spcPts val="0"/>
              </a:spcAft>
              <a:buSzPts val="2089"/>
              <a:buChar char="○"/>
              <a:defRPr sz="2089"/>
            </a:lvl5pPr>
            <a:lvl6pPr indent="-361245" lvl="5" marL="2743200">
              <a:spcBef>
                <a:spcPts val="0"/>
              </a:spcBef>
              <a:spcAft>
                <a:spcPts val="0"/>
              </a:spcAft>
              <a:buSzPts val="2089"/>
              <a:buChar char="■"/>
              <a:defRPr sz="2089"/>
            </a:lvl6pPr>
            <a:lvl7pPr indent="-361245" lvl="6" marL="3200400">
              <a:spcBef>
                <a:spcPts val="0"/>
              </a:spcBef>
              <a:spcAft>
                <a:spcPts val="0"/>
              </a:spcAft>
              <a:buSzPts val="2089"/>
              <a:buChar char="●"/>
              <a:defRPr sz="2089"/>
            </a:lvl7pPr>
            <a:lvl8pPr indent="-361245" lvl="7" marL="3657600">
              <a:spcBef>
                <a:spcPts val="0"/>
              </a:spcBef>
              <a:spcAft>
                <a:spcPts val="0"/>
              </a:spcAft>
              <a:buSzPts val="2089"/>
              <a:buChar char="○"/>
              <a:defRPr sz="2089"/>
            </a:lvl8pPr>
            <a:lvl9pPr indent="-361245" lvl="8" marL="4114800">
              <a:spcBef>
                <a:spcPts val="0"/>
              </a:spcBef>
              <a:spcAft>
                <a:spcPts val="0"/>
              </a:spcAft>
              <a:buSzPts val="2089"/>
              <a:buChar char="■"/>
              <a:defRPr sz="2089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9319704" y="14093277"/>
            <a:ext cx="603600" cy="1189500"/>
          </a:xfrm>
          <a:prstGeom prst="rect">
            <a:avLst/>
          </a:prstGeom>
        </p:spPr>
        <p:txBody>
          <a:bodyPr anchorCtr="0" anchor="ctr" bIns="159150" lIns="159150" spcFirstLastPara="1" rIns="159150" wrap="square" tIns="159150">
            <a:normAutofit/>
          </a:bodyPr>
          <a:lstStyle>
            <a:lvl1pPr lvl="0">
              <a:buNone/>
              <a:defRPr sz="1741"/>
            </a:lvl1pPr>
            <a:lvl2pPr lvl="1">
              <a:buNone/>
              <a:defRPr sz="1741"/>
            </a:lvl2pPr>
            <a:lvl3pPr lvl="2">
              <a:buNone/>
              <a:defRPr sz="1741"/>
            </a:lvl3pPr>
            <a:lvl4pPr lvl="3">
              <a:buNone/>
              <a:defRPr sz="1741"/>
            </a:lvl4pPr>
            <a:lvl5pPr lvl="4">
              <a:buNone/>
              <a:defRPr sz="1741"/>
            </a:lvl5pPr>
            <a:lvl6pPr lvl="5">
              <a:buNone/>
              <a:defRPr sz="1741"/>
            </a:lvl6pPr>
            <a:lvl7pPr lvl="6">
              <a:buNone/>
              <a:defRPr sz="1741"/>
            </a:lvl7pPr>
            <a:lvl8pPr lvl="7">
              <a:buNone/>
              <a:defRPr sz="1741"/>
            </a:lvl8pPr>
            <a:lvl9pPr lvl="8">
              <a:buNone/>
              <a:defRPr sz="1741"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42870" y="1344964"/>
            <a:ext cx="9372600" cy="1730700"/>
          </a:xfrm>
          <a:prstGeom prst="rect">
            <a:avLst/>
          </a:prstGeom>
        </p:spPr>
        <p:txBody>
          <a:bodyPr anchorCtr="0" anchor="t" bIns="159150" lIns="159150" spcFirstLastPara="1" rIns="159150" wrap="square" tIns="15915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74"/>
              <a:buNone/>
              <a:defRPr sz="4874"/>
            </a:lvl1pPr>
            <a:lvl2pPr lvl="1">
              <a:spcBef>
                <a:spcPts val="0"/>
              </a:spcBef>
              <a:spcAft>
                <a:spcPts val="0"/>
              </a:spcAft>
              <a:buSzPts val="4874"/>
              <a:buNone/>
              <a:defRPr sz="4874"/>
            </a:lvl2pPr>
            <a:lvl3pPr lvl="2">
              <a:spcBef>
                <a:spcPts val="0"/>
              </a:spcBef>
              <a:spcAft>
                <a:spcPts val="0"/>
              </a:spcAft>
              <a:buSzPts val="4874"/>
              <a:buNone/>
              <a:defRPr sz="4874"/>
            </a:lvl3pPr>
            <a:lvl4pPr lvl="3">
              <a:spcBef>
                <a:spcPts val="0"/>
              </a:spcBef>
              <a:spcAft>
                <a:spcPts val="0"/>
              </a:spcAft>
              <a:buSzPts val="4874"/>
              <a:buNone/>
              <a:defRPr sz="4874"/>
            </a:lvl4pPr>
            <a:lvl5pPr lvl="4">
              <a:spcBef>
                <a:spcPts val="0"/>
              </a:spcBef>
              <a:spcAft>
                <a:spcPts val="0"/>
              </a:spcAft>
              <a:buSzPts val="4874"/>
              <a:buNone/>
              <a:defRPr sz="4874"/>
            </a:lvl5pPr>
            <a:lvl6pPr lvl="5">
              <a:spcBef>
                <a:spcPts val="0"/>
              </a:spcBef>
              <a:spcAft>
                <a:spcPts val="0"/>
              </a:spcAft>
              <a:buSzPts val="4874"/>
              <a:buNone/>
              <a:defRPr sz="4874"/>
            </a:lvl6pPr>
            <a:lvl7pPr lvl="6">
              <a:spcBef>
                <a:spcPts val="0"/>
              </a:spcBef>
              <a:spcAft>
                <a:spcPts val="0"/>
              </a:spcAft>
              <a:buSzPts val="4874"/>
              <a:buNone/>
              <a:defRPr sz="4874"/>
            </a:lvl7pPr>
            <a:lvl8pPr lvl="7">
              <a:spcBef>
                <a:spcPts val="0"/>
              </a:spcBef>
              <a:spcAft>
                <a:spcPts val="0"/>
              </a:spcAft>
              <a:buSzPts val="4874"/>
              <a:buNone/>
              <a:defRPr sz="4874"/>
            </a:lvl8pPr>
            <a:lvl9pPr lvl="8">
              <a:spcBef>
                <a:spcPts val="0"/>
              </a:spcBef>
              <a:spcAft>
                <a:spcPts val="0"/>
              </a:spcAft>
              <a:buSzPts val="4874"/>
              <a:buNone/>
              <a:defRPr sz="4874"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9319704" y="14093277"/>
            <a:ext cx="603600" cy="1189500"/>
          </a:xfrm>
          <a:prstGeom prst="rect">
            <a:avLst/>
          </a:prstGeom>
        </p:spPr>
        <p:txBody>
          <a:bodyPr anchorCtr="0" anchor="ctr" bIns="159150" lIns="159150" spcFirstLastPara="1" rIns="159150" wrap="square" tIns="159150">
            <a:normAutofit/>
          </a:bodyPr>
          <a:lstStyle>
            <a:lvl1pPr lvl="0">
              <a:buNone/>
              <a:defRPr sz="1741"/>
            </a:lvl1pPr>
            <a:lvl2pPr lvl="1">
              <a:buNone/>
              <a:defRPr sz="1741"/>
            </a:lvl2pPr>
            <a:lvl3pPr lvl="2">
              <a:buNone/>
              <a:defRPr sz="1741"/>
            </a:lvl3pPr>
            <a:lvl4pPr lvl="3">
              <a:buNone/>
              <a:defRPr sz="1741"/>
            </a:lvl4pPr>
            <a:lvl5pPr lvl="4">
              <a:buNone/>
              <a:defRPr sz="1741"/>
            </a:lvl5pPr>
            <a:lvl6pPr lvl="5">
              <a:buNone/>
              <a:defRPr sz="1741"/>
            </a:lvl6pPr>
            <a:lvl7pPr lvl="6">
              <a:buNone/>
              <a:defRPr sz="1741"/>
            </a:lvl7pPr>
            <a:lvl8pPr lvl="7">
              <a:buNone/>
              <a:defRPr sz="1741"/>
            </a:lvl8pPr>
            <a:lvl9pPr lvl="8">
              <a:buNone/>
              <a:defRPr sz="1741"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42870" y="1679147"/>
            <a:ext cx="3088800" cy="2283900"/>
          </a:xfrm>
          <a:prstGeom prst="rect">
            <a:avLst/>
          </a:prstGeom>
        </p:spPr>
        <p:txBody>
          <a:bodyPr anchorCtr="0" anchor="b" bIns="159150" lIns="159150" spcFirstLastPara="1" rIns="159150" wrap="square" tIns="15915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178"/>
              <a:buNone/>
              <a:defRPr sz="4178"/>
            </a:lvl1pPr>
            <a:lvl2pPr lvl="1">
              <a:spcBef>
                <a:spcPts val="0"/>
              </a:spcBef>
              <a:spcAft>
                <a:spcPts val="0"/>
              </a:spcAft>
              <a:buSzPts val="4178"/>
              <a:buNone/>
              <a:defRPr sz="4178"/>
            </a:lvl2pPr>
            <a:lvl3pPr lvl="2">
              <a:spcBef>
                <a:spcPts val="0"/>
              </a:spcBef>
              <a:spcAft>
                <a:spcPts val="0"/>
              </a:spcAft>
              <a:buSzPts val="4178"/>
              <a:buNone/>
              <a:defRPr sz="4178"/>
            </a:lvl3pPr>
            <a:lvl4pPr lvl="3">
              <a:spcBef>
                <a:spcPts val="0"/>
              </a:spcBef>
              <a:spcAft>
                <a:spcPts val="0"/>
              </a:spcAft>
              <a:buSzPts val="4178"/>
              <a:buNone/>
              <a:defRPr sz="4178"/>
            </a:lvl4pPr>
            <a:lvl5pPr lvl="4">
              <a:spcBef>
                <a:spcPts val="0"/>
              </a:spcBef>
              <a:spcAft>
                <a:spcPts val="0"/>
              </a:spcAft>
              <a:buSzPts val="4178"/>
              <a:buNone/>
              <a:defRPr sz="4178"/>
            </a:lvl5pPr>
            <a:lvl6pPr lvl="5">
              <a:spcBef>
                <a:spcPts val="0"/>
              </a:spcBef>
              <a:spcAft>
                <a:spcPts val="0"/>
              </a:spcAft>
              <a:buSzPts val="4178"/>
              <a:buNone/>
              <a:defRPr sz="4178"/>
            </a:lvl6pPr>
            <a:lvl7pPr lvl="6">
              <a:spcBef>
                <a:spcPts val="0"/>
              </a:spcBef>
              <a:spcAft>
                <a:spcPts val="0"/>
              </a:spcAft>
              <a:buSzPts val="4178"/>
              <a:buNone/>
              <a:defRPr sz="4178"/>
            </a:lvl7pPr>
            <a:lvl8pPr lvl="7">
              <a:spcBef>
                <a:spcPts val="0"/>
              </a:spcBef>
              <a:spcAft>
                <a:spcPts val="0"/>
              </a:spcAft>
              <a:buSzPts val="4178"/>
              <a:buNone/>
              <a:defRPr sz="4178"/>
            </a:lvl8pPr>
            <a:lvl9pPr lvl="8">
              <a:spcBef>
                <a:spcPts val="0"/>
              </a:spcBef>
              <a:spcAft>
                <a:spcPts val="0"/>
              </a:spcAft>
              <a:buSzPts val="4178"/>
              <a:buNone/>
              <a:defRPr sz="4178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42870" y="4199680"/>
            <a:ext cx="3088800" cy="9609000"/>
          </a:xfrm>
          <a:prstGeom prst="rect">
            <a:avLst/>
          </a:prstGeom>
        </p:spPr>
        <p:txBody>
          <a:bodyPr anchorCtr="0" anchor="t" bIns="159150" lIns="159150" spcFirstLastPara="1" rIns="159150" wrap="square" tIns="159150">
            <a:normAutofit/>
          </a:bodyPr>
          <a:lstStyle>
            <a:lvl1pPr indent="-361245" lvl="0" marL="457200">
              <a:spcBef>
                <a:spcPts val="0"/>
              </a:spcBef>
              <a:spcAft>
                <a:spcPts val="0"/>
              </a:spcAft>
              <a:buSzPts val="2089"/>
              <a:buChar char="●"/>
              <a:defRPr sz="2089"/>
            </a:lvl1pPr>
            <a:lvl2pPr indent="-361245" lvl="1" marL="914400">
              <a:spcBef>
                <a:spcPts val="0"/>
              </a:spcBef>
              <a:spcAft>
                <a:spcPts val="0"/>
              </a:spcAft>
              <a:buSzPts val="2089"/>
              <a:buChar char="○"/>
              <a:defRPr sz="2089"/>
            </a:lvl2pPr>
            <a:lvl3pPr indent="-361245" lvl="2" marL="1371600">
              <a:spcBef>
                <a:spcPts val="0"/>
              </a:spcBef>
              <a:spcAft>
                <a:spcPts val="0"/>
              </a:spcAft>
              <a:buSzPts val="2089"/>
              <a:buChar char="■"/>
              <a:defRPr sz="2089"/>
            </a:lvl3pPr>
            <a:lvl4pPr indent="-361245" lvl="3" marL="1828800">
              <a:spcBef>
                <a:spcPts val="0"/>
              </a:spcBef>
              <a:spcAft>
                <a:spcPts val="0"/>
              </a:spcAft>
              <a:buSzPts val="2089"/>
              <a:buChar char="●"/>
              <a:defRPr sz="2089"/>
            </a:lvl4pPr>
            <a:lvl5pPr indent="-361245" lvl="4" marL="2286000">
              <a:spcBef>
                <a:spcPts val="0"/>
              </a:spcBef>
              <a:spcAft>
                <a:spcPts val="0"/>
              </a:spcAft>
              <a:buSzPts val="2089"/>
              <a:buChar char="○"/>
              <a:defRPr sz="2089"/>
            </a:lvl5pPr>
            <a:lvl6pPr indent="-361245" lvl="5" marL="2743200">
              <a:spcBef>
                <a:spcPts val="0"/>
              </a:spcBef>
              <a:spcAft>
                <a:spcPts val="0"/>
              </a:spcAft>
              <a:buSzPts val="2089"/>
              <a:buChar char="■"/>
              <a:defRPr sz="2089"/>
            </a:lvl6pPr>
            <a:lvl7pPr indent="-361245" lvl="6" marL="3200400">
              <a:spcBef>
                <a:spcPts val="0"/>
              </a:spcBef>
              <a:spcAft>
                <a:spcPts val="0"/>
              </a:spcAft>
              <a:buSzPts val="2089"/>
              <a:buChar char="●"/>
              <a:defRPr sz="2089"/>
            </a:lvl7pPr>
            <a:lvl8pPr indent="-361245" lvl="7" marL="3657600">
              <a:spcBef>
                <a:spcPts val="0"/>
              </a:spcBef>
              <a:spcAft>
                <a:spcPts val="0"/>
              </a:spcAft>
              <a:buSzPts val="2089"/>
              <a:buChar char="○"/>
              <a:defRPr sz="2089"/>
            </a:lvl8pPr>
            <a:lvl9pPr indent="-361245" lvl="8" marL="4114800">
              <a:spcBef>
                <a:spcPts val="0"/>
              </a:spcBef>
              <a:spcAft>
                <a:spcPts val="0"/>
              </a:spcAft>
              <a:buSzPts val="2089"/>
              <a:buChar char="■"/>
              <a:defRPr sz="2089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9319704" y="14093277"/>
            <a:ext cx="603600" cy="1189500"/>
          </a:xfrm>
          <a:prstGeom prst="rect">
            <a:avLst/>
          </a:prstGeom>
        </p:spPr>
        <p:txBody>
          <a:bodyPr anchorCtr="0" anchor="ctr" bIns="159150" lIns="159150" spcFirstLastPara="1" rIns="159150" wrap="square" tIns="159150">
            <a:normAutofit/>
          </a:bodyPr>
          <a:lstStyle>
            <a:lvl1pPr lvl="0">
              <a:buNone/>
              <a:defRPr sz="1741"/>
            </a:lvl1pPr>
            <a:lvl2pPr lvl="1">
              <a:buNone/>
              <a:defRPr sz="1741"/>
            </a:lvl2pPr>
            <a:lvl3pPr lvl="2">
              <a:buNone/>
              <a:defRPr sz="1741"/>
            </a:lvl3pPr>
            <a:lvl4pPr lvl="3">
              <a:buNone/>
              <a:defRPr sz="1741"/>
            </a:lvl4pPr>
            <a:lvl5pPr lvl="4">
              <a:buNone/>
              <a:defRPr sz="1741"/>
            </a:lvl5pPr>
            <a:lvl6pPr lvl="5">
              <a:buNone/>
              <a:defRPr sz="1741"/>
            </a:lvl6pPr>
            <a:lvl7pPr lvl="6">
              <a:buNone/>
              <a:defRPr sz="1741"/>
            </a:lvl7pPr>
            <a:lvl8pPr lvl="7">
              <a:buNone/>
              <a:defRPr sz="1741"/>
            </a:lvl8pPr>
            <a:lvl9pPr lvl="8">
              <a:buNone/>
              <a:defRPr sz="1741"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539275" y="1360453"/>
            <a:ext cx="7004700" cy="12363300"/>
          </a:xfrm>
          <a:prstGeom prst="rect">
            <a:avLst/>
          </a:prstGeom>
        </p:spPr>
        <p:txBody>
          <a:bodyPr anchorCtr="0" anchor="ctr" bIns="159150" lIns="159150" spcFirstLastPara="1" rIns="159150" wrap="square" tIns="15915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356"/>
              <a:buNone/>
              <a:defRPr sz="8356"/>
            </a:lvl1pPr>
            <a:lvl2pPr lvl="1">
              <a:spcBef>
                <a:spcPts val="0"/>
              </a:spcBef>
              <a:spcAft>
                <a:spcPts val="0"/>
              </a:spcAft>
              <a:buSzPts val="8356"/>
              <a:buNone/>
              <a:defRPr sz="8356"/>
            </a:lvl2pPr>
            <a:lvl3pPr lvl="2">
              <a:spcBef>
                <a:spcPts val="0"/>
              </a:spcBef>
              <a:spcAft>
                <a:spcPts val="0"/>
              </a:spcAft>
              <a:buSzPts val="8356"/>
              <a:buNone/>
              <a:defRPr sz="8356"/>
            </a:lvl3pPr>
            <a:lvl4pPr lvl="3">
              <a:spcBef>
                <a:spcPts val="0"/>
              </a:spcBef>
              <a:spcAft>
                <a:spcPts val="0"/>
              </a:spcAft>
              <a:buSzPts val="8356"/>
              <a:buNone/>
              <a:defRPr sz="8356"/>
            </a:lvl4pPr>
            <a:lvl5pPr lvl="4">
              <a:spcBef>
                <a:spcPts val="0"/>
              </a:spcBef>
              <a:spcAft>
                <a:spcPts val="0"/>
              </a:spcAft>
              <a:buSzPts val="8356"/>
              <a:buNone/>
              <a:defRPr sz="8356"/>
            </a:lvl5pPr>
            <a:lvl6pPr lvl="5">
              <a:spcBef>
                <a:spcPts val="0"/>
              </a:spcBef>
              <a:spcAft>
                <a:spcPts val="0"/>
              </a:spcAft>
              <a:buSzPts val="8356"/>
              <a:buNone/>
              <a:defRPr sz="8356"/>
            </a:lvl6pPr>
            <a:lvl7pPr lvl="6">
              <a:spcBef>
                <a:spcPts val="0"/>
              </a:spcBef>
              <a:spcAft>
                <a:spcPts val="0"/>
              </a:spcAft>
              <a:buSzPts val="8356"/>
              <a:buNone/>
              <a:defRPr sz="8356"/>
            </a:lvl7pPr>
            <a:lvl8pPr lvl="7">
              <a:spcBef>
                <a:spcPts val="0"/>
              </a:spcBef>
              <a:spcAft>
                <a:spcPts val="0"/>
              </a:spcAft>
              <a:buSzPts val="8356"/>
              <a:buNone/>
              <a:defRPr sz="8356"/>
            </a:lvl8pPr>
            <a:lvl9pPr lvl="8">
              <a:spcBef>
                <a:spcPts val="0"/>
              </a:spcBef>
              <a:spcAft>
                <a:spcPts val="0"/>
              </a:spcAft>
              <a:buSzPts val="8356"/>
              <a:buNone/>
              <a:defRPr sz="8356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9319704" y="14093277"/>
            <a:ext cx="603600" cy="1189500"/>
          </a:xfrm>
          <a:prstGeom prst="rect">
            <a:avLst/>
          </a:prstGeom>
        </p:spPr>
        <p:txBody>
          <a:bodyPr anchorCtr="0" anchor="ctr" bIns="159150" lIns="159150" spcFirstLastPara="1" rIns="159150" wrap="square" tIns="159150">
            <a:normAutofit/>
          </a:bodyPr>
          <a:lstStyle>
            <a:lvl1pPr lvl="0">
              <a:buNone/>
              <a:defRPr sz="1741"/>
            </a:lvl1pPr>
            <a:lvl2pPr lvl="1">
              <a:buNone/>
              <a:defRPr sz="1741"/>
            </a:lvl2pPr>
            <a:lvl3pPr lvl="2">
              <a:buNone/>
              <a:defRPr sz="1741"/>
            </a:lvl3pPr>
            <a:lvl4pPr lvl="3">
              <a:buNone/>
              <a:defRPr sz="1741"/>
            </a:lvl4pPr>
            <a:lvl5pPr lvl="4">
              <a:buNone/>
              <a:defRPr sz="1741"/>
            </a:lvl5pPr>
            <a:lvl6pPr lvl="5">
              <a:buNone/>
              <a:defRPr sz="1741"/>
            </a:lvl6pPr>
            <a:lvl7pPr lvl="6">
              <a:buNone/>
              <a:defRPr sz="1741"/>
            </a:lvl7pPr>
            <a:lvl8pPr lvl="7">
              <a:buNone/>
              <a:defRPr sz="1741"/>
            </a:lvl8pPr>
            <a:lvl9pPr lvl="8">
              <a:buNone/>
              <a:defRPr sz="1741"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5029200" y="-378"/>
            <a:ext cx="5029200" cy="15544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159150" lIns="159150" spcFirstLastPara="1" rIns="159150" wrap="square" tIns="1591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92050" y="3726929"/>
            <a:ext cx="4449600" cy="4479900"/>
          </a:xfrm>
          <a:prstGeom prst="rect">
            <a:avLst/>
          </a:prstGeom>
        </p:spPr>
        <p:txBody>
          <a:bodyPr anchorCtr="0" anchor="b" bIns="159150" lIns="159150" spcFirstLastPara="1" rIns="159150" wrap="square" tIns="15915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7311"/>
              <a:buNone/>
              <a:defRPr sz="7311"/>
            </a:lvl1pPr>
            <a:lvl2pPr lvl="1" algn="ctr">
              <a:spcBef>
                <a:spcPts val="0"/>
              </a:spcBef>
              <a:spcAft>
                <a:spcPts val="0"/>
              </a:spcAft>
              <a:buSzPts val="7311"/>
              <a:buNone/>
              <a:defRPr sz="7311"/>
            </a:lvl2pPr>
            <a:lvl3pPr lvl="2" algn="ctr">
              <a:spcBef>
                <a:spcPts val="0"/>
              </a:spcBef>
              <a:spcAft>
                <a:spcPts val="0"/>
              </a:spcAft>
              <a:buSzPts val="7311"/>
              <a:buNone/>
              <a:defRPr sz="7311"/>
            </a:lvl3pPr>
            <a:lvl4pPr lvl="3" algn="ctr">
              <a:spcBef>
                <a:spcPts val="0"/>
              </a:spcBef>
              <a:spcAft>
                <a:spcPts val="0"/>
              </a:spcAft>
              <a:buSzPts val="7311"/>
              <a:buNone/>
              <a:defRPr sz="7311"/>
            </a:lvl4pPr>
            <a:lvl5pPr lvl="4" algn="ctr">
              <a:spcBef>
                <a:spcPts val="0"/>
              </a:spcBef>
              <a:spcAft>
                <a:spcPts val="0"/>
              </a:spcAft>
              <a:buSzPts val="7311"/>
              <a:buNone/>
              <a:defRPr sz="7311"/>
            </a:lvl5pPr>
            <a:lvl6pPr lvl="5" algn="ctr">
              <a:spcBef>
                <a:spcPts val="0"/>
              </a:spcBef>
              <a:spcAft>
                <a:spcPts val="0"/>
              </a:spcAft>
              <a:buSzPts val="7311"/>
              <a:buNone/>
              <a:defRPr sz="7311"/>
            </a:lvl6pPr>
            <a:lvl7pPr lvl="6" algn="ctr">
              <a:spcBef>
                <a:spcPts val="0"/>
              </a:spcBef>
              <a:spcAft>
                <a:spcPts val="0"/>
              </a:spcAft>
              <a:buSzPts val="7311"/>
              <a:buNone/>
              <a:defRPr sz="7311"/>
            </a:lvl7pPr>
            <a:lvl8pPr lvl="7" algn="ctr">
              <a:spcBef>
                <a:spcPts val="0"/>
              </a:spcBef>
              <a:spcAft>
                <a:spcPts val="0"/>
              </a:spcAft>
              <a:buSzPts val="7311"/>
              <a:buNone/>
              <a:defRPr sz="7311"/>
            </a:lvl8pPr>
            <a:lvl9pPr lvl="8" algn="ctr">
              <a:spcBef>
                <a:spcPts val="0"/>
              </a:spcBef>
              <a:spcAft>
                <a:spcPts val="0"/>
              </a:spcAft>
              <a:buSzPts val="7311"/>
              <a:buNone/>
              <a:defRPr sz="7311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92050" y="8471516"/>
            <a:ext cx="4449600" cy="3732600"/>
          </a:xfrm>
          <a:prstGeom prst="rect">
            <a:avLst/>
          </a:prstGeom>
        </p:spPr>
        <p:txBody>
          <a:bodyPr anchorCtr="0" anchor="t" bIns="159150" lIns="159150" spcFirstLastPara="1" rIns="159150" wrap="square" tIns="15915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56"/>
              <a:buNone/>
              <a:defRPr sz="3656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56"/>
              <a:buNone/>
              <a:defRPr sz="3656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56"/>
              <a:buNone/>
              <a:defRPr sz="3656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56"/>
              <a:buNone/>
              <a:defRPr sz="3656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56"/>
              <a:buNone/>
              <a:defRPr sz="3656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56"/>
              <a:buNone/>
              <a:defRPr sz="3656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56"/>
              <a:buNone/>
              <a:defRPr sz="3656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56"/>
              <a:buNone/>
              <a:defRPr sz="3656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56"/>
              <a:buNone/>
              <a:defRPr sz="3656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5433450" y="2188316"/>
            <a:ext cx="4220700" cy="11167500"/>
          </a:xfrm>
          <a:prstGeom prst="rect">
            <a:avLst/>
          </a:prstGeom>
        </p:spPr>
        <p:txBody>
          <a:bodyPr anchorCtr="0" anchor="ctr" bIns="159150" lIns="159150" spcFirstLastPara="1" rIns="159150" wrap="square" tIns="159150">
            <a:normAutofit/>
          </a:bodyPr>
          <a:lstStyle>
            <a:lvl1pPr indent="-427566" lvl="0" marL="457200">
              <a:spcBef>
                <a:spcPts val="0"/>
              </a:spcBef>
              <a:spcAft>
                <a:spcPts val="0"/>
              </a:spcAft>
              <a:buSzPts val="3133"/>
              <a:buChar char="●"/>
              <a:defRPr sz="3133"/>
            </a:lvl1pPr>
            <a:lvl2pPr indent="-383352" lvl="1" marL="914400">
              <a:spcBef>
                <a:spcPts val="0"/>
              </a:spcBef>
              <a:spcAft>
                <a:spcPts val="0"/>
              </a:spcAft>
              <a:buSzPts val="2437"/>
              <a:buChar char="○"/>
              <a:defRPr sz="2437"/>
            </a:lvl2pPr>
            <a:lvl3pPr indent="-383352" lvl="2" marL="1371600">
              <a:spcBef>
                <a:spcPts val="0"/>
              </a:spcBef>
              <a:spcAft>
                <a:spcPts val="0"/>
              </a:spcAft>
              <a:buSzPts val="2437"/>
              <a:buChar char="■"/>
              <a:defRPr sz="2437"/>
            </a:lvl3pPr>
            <a:lvl4pPr indent="-383352" lvl="3" marL="1828800">
              <a:spcBef>
                <a:spcPts val="0"/>
              </a:spcBef>
              <a:spcAft>
                <a:spcPts val="0"/>
              </a:spcAft>
              <a:buSzPts val="2437"/>
              <a:buChar char="●"/>
              <a:defRPr sz="2437"/>
            </a:lvl4pPr>
            <a:lvl5pPr indent="-383352" lvl="4" marL="2286000">
              <a:spcBef>
                <a:spcPts val="0"/>
              </a:spcBef>
              <a:spcAft>
                <a:spcPts val="0"/>
              </a:spcAft>
              <a:buSzPts val="2437"/>
              <a:buChar char="○"/>
              <a:defRPr sz="2437"/>
            </a:lvl5pPr>
            <a:lvl6pPr indent="-383352" lvl="5" marL="2743200">
              <a:spcBef>
                <a:spcPts val="0"/>
              </a:spcBef>
              <a:spcAft>
                <a:spcPts val="0"/>
              </a:spcAft>
              <a:buSzPts val="2437"/>
              <a:buChar char="■"/>
              <a:defRPr sz="2437"/>
            </a:lvl6pPr>
            <a:lvl7pPr indent="-383352" lvl="6" marL="3200400">
              <a:spcBef>
                <a:spcPts val="0"/>
              </a:spcBef>
              <a:spcAft>
                <a:spcPts val="0"/>
              </a:spcAft>
              <a:buSzPts val="2437"/>
              <a:buChar char="●"/>
              <a:defRPr sz="2437"/>
            </a:lvl7pPr>
            <a:lvl8pPr indent="-383352" lvl="7" marL="3657600">
              <a:spcBef>
                <a:spcPts val="0"/>
              </a:spcBef>
              <a:spcAft>
                <a:spcPts val="0"/>
              </a:spcAft>
              <a:buSzPts val="2437"/>
              <a:buChar char="○"/>
              <a:defRPr sz="2437"/>
            </a:lvl8pPr>
            <a:lvl9pPr indent="-383352" lvl="8" marL="4114800">
              <a:spcBef>
                <a:spcPts val="0"/>
              </a:spcBef>
              <a:spcAft>
                <a:spcPts val="0"/>
              </a:spcAft>
              <a:buSzPts val="2437"/>
              <a:buChar char="■"/>
              <a:defRPr sz="2437"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9319704" y="14093277"/>
            <a:ext cx="603600" cy="1189500"/>
          </a:xfrm>
          <a:prstGeom prst="rect">
            <a:avLst/>
          </a:prstGeom>
        </p:spPr>
        <p:txBody>
          <a:bodyPr anchorCtr="0" anchor="ctr" bIns="159150" lIns="159150" spcFirstLastPara="1" rIns="159150" wrap="square" tIns="159150">
            <a:normAutofit/>
          </a:bodyPr>
          <a:lstStyle>
            <a:lvl1pPr lvl="0">
              <a:buNone/>
              <a:defRPr sz="1741"/>
            </a:lvl1pPr>
            <a:lvl2pPr lvl="1">
              <a:buNone/>
              <a:defRPr sz="1741"/>
            </a:lvl2pPr>
            <a:lvl3pPr lvl="2">
              <a:buNone/>
              <a:defRPr sz="1741"/>
            </a:lvl3pPr>
            <a:lvl4pPr lvl="3">
              <a:buNone/>
              <a:defRPr sz="1741"/>
            </a:lvl4pPr>
            <a:lvl5pPr lvl="4">
              <a:buNone/>
              <a:defRPr sz="1741"/>
            </a:lvl5pPr>
            <a:lvl6pPr lvl="5">
              <a:buNone/>
              <a:defRPr sz="1741"/>
            </a:lvl6pPr>
            <a:lvl7pPr lvl="6">
              <a:buNone/>
              <a:defRPr sz="1741"/>
            </a:lvl7pPr>
            <a:lvl8pPr lvl="7">
              <a:buNone/>
              <a:defRPr sz="1741"/>
            </a:lvl8pPr>
            <a:lvl9pPr lvl="8">
              <a:buNone/>
              <a:defRPr sz="1741"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42870" y="12785738"/>
            <a:ext cx="6598800" cy="1828800"/>
          </a:xfrm>
          <a:prstGeom prst="rect">
            <a:avLst/>
          </a:prstGeom>
        </p:spPr>
        <p:txBody>
          <a:bodyPr anchorCtr="0" anchor="ctr" bIns="159150" lIns="159150" spcFirstLastPara="1" rIns="159150" wrap="square" tIns="159150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33"/>
              <a:buNone/>
              <a:defRPr sz="3133"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9319704" y="14093277"/>
            <a:ext cx="603600" cy="1189500"/>
          </a:xfrm>
          <a:prstGeom prst="rect">
            <a:avLst/>
          </a:prstGeom>
        </p:spPr>
        <p:txBody>
          <a:bodyPr anchorCtr="0" anchor="ctr" bIns="159150" lIns="159150" spcFirstLastPara="1" rIns="159150" wrap="square" tIns="159150">
            <a:normAutofit/>
          </a:bodyPr>
          <a:lstStyle>
            <a:lvl1pPr lvl="0">
              <a:buNone/>
              <a:defRPr sz="1741"/>
            </a:lvl1pPr>
            <a:lvl2pPr lvl="1">
              <a:buNone/>
              <a:defRPr sz="1741"/>
            </a:lvl2pPr>
            <a:lvl3pPr lvl="2">
              <a:buNone/>
              <a:defRPr sz="1741"/>
            </a:lvl3pPr>
            <a:lvl4pPr lvl="3">
              <a:buNone/>
              <a:defRPr sz="1741"/>
            </a:lvl4pPr>
            <a:lvl5pPr lvl="4">
              <a:buNone/>
              <a:defRPr sz="1741"/>
            </a:lvl5pPr>
            <a:lvl6pPr lvl="5">
              <a:buNone/>
              <a:defRPr sz="1741"/>
            </a:lvl6pPr>
            <a:lvl7pPr lvl="6">
              <a:buNone/>
              <a:defRPr sz="1741"/>
            </a:lvl7pPr>
            <a:lvl8pPr lvl="7">
              <a:buNone/>
              <a:defRPr sz="1741"/>
            </a:lvl8pPr>
            <a:lvl9pPr lvl="8">
              <a:buNone/>
              <a:defRPr sz="1741"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42870" y="3342956"/>
            <a:ext cx="9372600" cy="5934000"/>
          </a:xfrm>
          <a:prstGeom prst="rect">
            <a:avLst/>
          </a:prstGeom>
        </p:spPr>
        <p:txBody>
          <a:bodyPr anchorCtr="0" anchor="b" bIns="159150" lIns="159150" spcFirstLastPara="1" rIns="159150" wrap="square" tIns="15915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0889"/>
              <a:buNone/>
              <a:defRPr sz="20889"/>
            </a:lvl1pPr>
            <a:lvl2pPr lvl="1" algn="ctr">
              <a:spcBef>
                <a:spcPts val="0"/>
              </a:spcBef>
              <a:spcAft>
                <a:spcPts val="0"/>
              </a:spcAft>
              <a:buSzPts val="20889"/>
              <a:buNone/>
              <a:defRPr sz="20889"/>
            </a:lvl2pPr>
            <a:lvl3pPr lvl="2" algn="ctr">
              <a:spcBef>
                <a:spcPts val="0"/>
              </a:spcBef>
              <a:spcAft>
                <a:spcPts val="0"/>
              </a:spcAft>
              <a:buSzPts val="20889"/>
              <a:buNone/>
              <a:defRPr sz="20889"/>
            </a:lvl3pPr>
            <a:lvl4pPr lvl="3" algn="ctr">
              <a:spcBef>
                <a:spcPts val="0"/>
              </a:spcBef>
              <a:spcAft>
                <a:spcPts val="0"/>
              </a:spcAft>
              <a:buSzPts val="20889"/>
              <a:buNone/>
              <a:defRPr sz="20889"/>
            </a:lvl4pPr>
            <a:lvl5pPr lvl="4" algn="ctr">
              <a:spcBef>
                <a:spcPts val="0"/>
              </a:spcBef>
              <a:spcAft>
                <a:spcPts val="0"/>
              </a:spcAft>
              <a:buSzPts val="20889"/>
              <a:buNone/>
              <a:defRPr sz="20889"/>
            </a:lvl5pPr>
            <a:lvl6pPr lvl="5" algn="ctr">
              <a:spcBef>
                <a:spcPts val="0"/>
              </a:spcBef>
              <a:spcAft>
                <a:spcPts val="0"/>
              </a:spcAft>
              <a:buSzPts val="20889"/>
              <a:buNone/>
              <a:defRPr sz="20889"/>
            </a:lvl6pPr>
            <a:lvl7pPr lvl="6" algn="ctr">
              <a:spcBef>
                <a:spcPts val="0"/>
              </a:spcBef>
              <a:spcAft>
                <a:spcPts val="0"/>
              </a:spcAft>
              <a:buSzPts val="20889"/>
              <a:buNone/>
              <a:defRPr sz="20889"/>
            </a:lvl7pPr>
            <a:lvl8pPr lvl="7" algn="ctr">
              <a:spcBef>
                <a:spcPts val="0"/>
              </a:spcBef>
              <a:spcAft>
                <a:spcPts val="0"/>
              </a:spcAft>
              <a:buSzPts val="20889"/>
              <a:buNone/>
              <a:defRPr sz="20889"/>
            </a:lvl8pPr>
            <a:lvl9pPr lvl="8" algn="ctr">
              <a:spcBef>
                <a:spcPts val="0"/>
              </a:spcBef>
              <a:spcAft>
                <a:spcPts val="0"/>
              </a:spcAft>
              <a:buSzPts val="20889"/>
              <a:buNone/>
              <a:defRPr sz="20889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42870" y="9526724"/>
            <a:ext cx="9372600" cy="3931200"/>
          </a:xfrm>
          <a:prstGeom prst="rect">
            <a:avLst/>
          </a:prstGeom>
        </p:spPr>
        <p:txBody>
          <a:bodyPr anchorCtr="0" anchor="t" bIns="159150" lIns="159150" spcFirstLastPara="1" rIns="159150" wrap="square" tIns="159150">
            <a:normAutofit/>
          </a:bodyPr>
          <a:lstStyle>
            <a:lvl1pPr indent="-427566" lvl="0" marL="457200" algn="ctr">
              <a:spcBef>
                <a:spcPts val="0"/>
              </a:spcBef>
              <a:spcAft>
                <a:spcPts val="0"/>
              </a:spcAft>
              <a:buSzPts val="3133"/>
              <a:buChar char="●"/>
              <a:defRPr sz="3133"/>
            </a:lvl1pPr>
            <a:lvl2pPr indent="-383352" lvl="1" marL="914400" algn="ctr">
              <a:spcBef>
                <a:spcPts val="0"/>
              </a:spcBef>
              <a:spcAft>
                <a:spcPts val="0"/>
              </a:spcAft>
              <a:buSzPts val="2437"/>
              <a:buChar char="○"/>
              <a:defRPr sz="2437"/>
            </a:lvl2pPr>
            <a:lvl3pPr indent="-383352" lvl="2" marL="1371600" algn="ctr">
              <a:spcBef>
                <a:spcPts val="0"/>
              </a:spcBef>
              <a:spcAft>
                <a:spcPts val="0"/>
              </a:spcAft>
              <a:buSzPts val="2437"/>
              <a:buChar char="■"/>
              <a:defRPr sz="2437"/>
            </a:lvl3pPr>
            <a:lvl4pPr indent="-383352" lvl="3" marL="1828800" algn="ctr">
              <a:spcBef>
                <a:spcPts val="0"/>
              </a:spcBef>
              <a:spcAft>
                <a:spcPts val="0"/>
              </a:spcAft>
              <a:buSzPts val="2437"/>
              <a:buChar char="●"/>
              <a:defRPr sz="2437"/>
            </a:lvl4pPr>
            <a:lvl5pPr indent="-383352" lvl="4" marL="2286000" algn="ctr">
              <a:spcBef>
                <a:spcPts val="0"/>
              </a:spcBef>
              <a:spcAft>
                <a:spcPts val="0"/>
              </a:spcAft>
              <a:buSzPts val="2437"/>
              <a:buChar char="○"/>
              <a:defRPr sz="2437"/>
            </a:lvl5pPr>
            <a:lvl6pPr indent="-383352" lvl="5" marL="2743200" algn="ctr">
              <a:spcBef>
                <a:spcPts val="0"/>
              </a:spcBef>
              <a:spcAft>
                <a:spcPts val="0"/>
              </a:spcAft>
              <a:buSzPts val="2437"/>
              <a:buChar char="■"/>
              <a:defRPr sz="2437"/>
            </a:lvl6pPr>
            <a:lvl7pPr indent="-383352" lvl="6" marL="3200400" algn="ctr">
              <a:spcBef>
                <a:spcPts val="0"/>
              </a:spcBef>
              <a:spcAft>
                <a:spcPts val="0"/>
              </a:spcAft>
              <a:buSzPts val="2437"/>
              <a:buChar char="●"/>
              <a:defRPr sz="2437"/>
            </a:lvl7pPr>
            <a:lvl8pPr indent="-383352" lvl="7" marL="3657600" algn="ctr">
              <a:spcBef>
                <a:spcPts val="0"/>
              </a:spcBef>
              <a:spcAft>
                <a:spcPts val="0"/>
              </a:spcAft>
              <a:buSzPts val="2437"/>
              <a:buChar char="○"/>
              <a:defRPr sz="2437"/>
            </a:lvl8pPr>
            <a:lvl9pPr indent="-383352" lvl="8" marL="4114800" algn="ctr">
              <a:spcBef>
                <a:spcPts val="0"/>
              </a:spcBef>
              <a:spcAft>
                <a:spcPts val="0"/>
              </a:spcAft>
              <a:buSzPts val="2437"/>
              <a:buChar char="■"/>
              <a:defRPr sz="2437"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9319704" y="14093277"/>
            <a:ext cx="603600" cy="1189500"/>
          </a:xfrm>
          <a:prstGeom prst="rect">
            <a:avLst/>
          </a:prstGeom>
        </p:spPr>
        <p:txBody>
          <a:bodyPr anchorCtr="0" anchor="ctr" bIns="159150" lIns="159150" spcFirstLastPara="1" rIns="159150" wrap="square" tIns="159150">
            <a:normAutofit/>
          </a:bodyPr>
          <a:lstStyle>
            <a:lvl1pPr lvl="0">
              <a:buNone/>
              <a:defRPr sz="1741"/>
            </a:lvl1pPr>
            <a:lvl2pPr lvl="1">
              <a:buNone/>
              <a:defRPr sz="1741"/>
            </a:lvl2pPr>
            <a:lvl3pPr lvl="2">
              <a:buNone/>
              <a:defRPr sz="1741"/>
            </a:lvl3pPr>
            <a:lvl4pPr lvl="3">
              <a:buNone/>
              <a:defRPr sz="1741"/>
            </a:lvl4pPr>
            <a:lvl5pPr lvl="4">
              <a:buNone/>
              <a:defRPr sz="1741"/>
            </a:lvl5pPr>
            <a:lvl6pPr lvl="5">
              <a:buNone/>
              <a:defRPr sz="1741"/>
            </a:lvl6pPr>
            <a:lvl7pPr lvl="6">
              <a:buNone/>
              <a:defRPr sz="1741"/>
            </a:lvl7pPr>
            <a:lvl8pPr lvl="7">
              <a:buNone/>
              <a:defRPr sz="1741"/>
            </a:lvl8pPr>
            <a:lvl9pPr lvl="8">
              <a:buNone/>
              <a:defRPr sz="1741"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9319704" y="14093277"/>
            <a:ext cx="603600" cy="1189500"/>
          </a:xfrm>
          <a:prstGeom prst="rect">
            <a:avLst/>
          </a:prstGeom>
        </p:spPr>
        <p:txBody>
          <a:bodyPr anchorCtr="0" anchor="ctr" bIns="159150" lIns="159150" spcFirstLastPara="1" rIns="159150" wrap="square" tIns="159150">
            <a:normAutofit/>
          </a:bodyPr>
          <a:lstStyle>
            <a:lvl1pPr lvl="0">
              <a:buNone/>
              <a:defRPr sz="1741"/>
            </a:lvl1pPr>
            <a:lvl2pPr lvl="1">
              <a:buNone/>
              <a:defRPr sz="1741"/>
            </a:lvl2pPr>
            <a:lvl3pPr lvl="2">
              <a:buNone/>
              <a:defRPr sz="1741"/>
            </a:lvl3pPr>
            <a:lvl4pPr lvl="3">
              <a:buNone/>
              <a:defRPr sz="1741"/>
            </a:lvl4pPr>
            <a:lvl5pPr lvl="4">
              <a:buNone/>
              <a:defRPr sz="1741"/>
            </a:lvl5pPr>
            <a:lvl6pPr lvl="5">
              <a:buNone/>
              <a:defRPr sz="1741"/>
            </a:lvl6pPr>
            <a:lvl7pPr lvl="6">
              <a:buNone/>
              <a:defRPr sz="1741"/>
            </a:lvl7pPr>
            <a:lvl8pPr lvl="7">
              <a:buNone/>
              <a:defRPr sz="1741"/>
            </a:lvl8pPr>
            <a:lvl9pPr lvl="8">
              <a:buNone/>
              <a:defRPr sz="1741"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42870" y="1344964"/>
            <a:ext cx="9372600" cy="1730700"/>
          </a:xfrm>
          <a:prstGeom prst="rect">
            <a:avLst/>
          </a:prstGeom>
          <a:noFill/>
          <a:ln>
            <a:noFill/>
          </a:ln>
        </p:spPr>
        <p:txBody>
          <a:bodyPr anchorCtr="0" anchor="t" bIns="159150" lIns="159150" spcFirstLastPara="1" rIns="159150" wrap="square" tIns="15915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74"/>
              <a:buNone/>
              <a:defRPr sz="4874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74"/>
              <a:buNone/>
              <a:defRPr sz="4874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74"/>
              <a:buNone/>
              <a:defRPr sz="4874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74"/>
              <a:buNone/>
              <a:defRPr sz="4874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74"/>
              <a:buNone/>
              <a:defRPr sz="4874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74"/>
              <a:buNone/>
              <a:defRPr sz="4874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74"/>
              <a:buNone/>
              <a:defRPr sz="4874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74"/>
              <a:buNone/>
              <a:defRPr sz="4874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74"/>
              <a:buNone/>
              <a:defRPr sz="4874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42870" y="3483036"/>
            <a:ext cx="9372600" cy="10325100"/>
          </a:xfrm>
          <a:prstGeom prst="rect">
            <a:avLst/>
          </a:prstGeom>
          <a:noFill/>
          <a:ln>
            <a:noFill/>
          </a:ln>
        </p:spPr>
        <p:txBody>
          <a:bodyPr anchorCtr="0" anchor="t" bIns="159150" lIns="159150" spcFirstLastPara="1" rIns="159150" wrap="square" tIns="159150">
            <a:normAutofit/>
          </a:bodyPr>
          <a:lstStyle>
            <a:lvl1pPr indent="-427566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133"/>
              <a:buChar char="●"/>
              <a:defRPr sz="3133">
                <a:solidFill>
                  <a:schemeClr val="dk2"/>
                </a:solidFill>
              </a:defRPr>
            </a:lvl1pPr>
            <a:lvl2pPr indent="-383352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37"/>
              <a:buChar char="○"/>
              <a:defRPr sz="2437">
                <a:solidFill>
                  <a:schemeClr val="dk2"/>
                </a:solidFill>
              </a:defRPr>
            </a:lvl2pPr>
            <a:lvl3pPr indent="-383352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37"/>
              <a:buChar char="■"/>
              <a:defRPr sz="2437">
                <a:solidFill>
                  <a:schemeClr val="dk2"/>
                </a:solidFill>
              </a:defRPr>
            </a:lvl3pPr>
            <a:lvl4pPr indent="-383352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37"/>
              <a:buChar char="●"/>
              <a:defRPr sz="2437">
                <a:solidFill>
                  <a:schemeClr val="dk2"/>
                </a:solidFill>
              </a:defRPr>
            </a:lvl4pPr>
            <a:lvl5pPr indent="-383352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37"/>
              <a:buChar char="○"/>
              <a:defRPr sz="2437">
                <a:solidFill>
                  <a:schemeClr val="dk2"/>
                </a:solidFill>
              </a:defRPr>
            </a:lvl5pPr>
            <a:lvl6pPr indent="-383352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37"/>
              <a:buChar char="■"/>
              <a:defRPr sz="2437">
                <a:solidFill>
                  <a:schemeClr val="dk2"/>
                </a:solidFill>
              </a:defRPr>
            </a:lvl6pPr>
            <a:lvl7pPr indent="-383352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37"/>
              <a:buChar char="●"/>
              <a:defRPr sz="2437">
                <a:solidFill>
                  <a:schemeClr val="dk2"/>
                </a:solidFill>
              </a:defRPr>
            </a:lvl7pPr>
            <a:lvl8pPr indent="-383352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37"/>
              <a:buChar char="○"/>
              <a:defRPr sz="2437">
                <a:solidFill>
                  <a:schemeClr val="dk2"/>
                </a:solidFill>
              </a:defRPr>
            </a:lvl8pPr>
            <a:lvl9pPr indent="-383352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37"/>
              <a:buChar char="■"/>
              <a:defRPr sz="2437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9319704" y="14093277"/>
            <a:ext cx="603600" cy="1189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59150" lIns="159150" spcFirstLastPara="1" rIns="159150" wrap="square" tIns="159150">
            <a:normAutofit/>
          </a:bodyPr>
          <a:lstStyle>
            <a:lvl1pPr lvl="0" algn="r">
              <a:buNone/>
              <a:defRPr sz="1741">
                <a:solidFill>
                  <a:schemeClr val="dk2"/>
                </a:solidFill>
              </a:defRPr>
            </a:lvl1pPr>
            <a:lvl2pPr lvl="1" algn="r">
              <a:buNone/>
              <a:defRPr sz="1741">
                <a:solidFill>
                  <a:schemeClr val="dk2"/>
                </a:solidFill>
              </a:defRPr>
            </a:lvl2pPr>
            <a:lvl3pPr lvl="2" algn="r">
              <a:buNone/>
              <a:defRPr sz="1741">
                <a:solidFill>
                  <a:schemeClr val="dk2"/>
                </a:solidFill>
              </a:defRPr>
            </a:lvl3pPr>
            <a:lvl4pPr lvl="3" algn="r">
              <a:buNone/>
              <a:defRPr sz="1741">
                <a:solidFill>
                  <a:schemeClr val="dk2"/>
                </a:solidFill>
              </a:defRPr>
            </a:lvl4pPr>
            <a:lvl5pPr lvl="4" algn="r">
              <a:buNone/>
              <a:defRPr sz="1741">
                <a:solidFill>
                  <a:schemeClr val="dk2"/>
                </a:solidFill>
              </a:defRPr>
            </a:lvl5pPr>
            <a:lvl6pPr lvl="5" algn="r">
              <a:buNone/>
              <a:defRPr sz="1741">
                <a:solidFill>
                  <a:schemeClr val="dk2"/>
                </a:solidFill>
              </a:defRPr>
            </a:lvl6pPr>
            <a:lvl7pPr lvl="6" algn="r">
              <a:buNone/>
              <a:defRPr sz="1741">
                <a:solidFill>
                  <a:schemeClr val="dk2"/>
                </a:solidFill>
              </a:defRPr>
            </a:lvl7pPr>
            <a:lvl8pPr lvl="7" algn="r">
              <a:buNone/>
              <a:defRPr sz="1741">
                <a:solidFill>
                  <a:schemeClr val="dk2"/>
                </a:solidFill>
              </a:defRPr>
            </a:lvl8pPr>
            <a:lvl9pPr lvl="8" algn="r">
              <a:buNone/>
              <a:defRPr sz="1741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/>
        </p:nvSpPr>
        <p:spPr>
          <a:xfrm>
            <a:off x="350450" y="1322970"/>
            <a:ext cx="1718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Source Serif 4 ExtraBold"/>
                <a:ea typeface="Source Serif 4 ExtraBold"/>
                <a:cs typeface="Source Serif 4 ExtraBold"/>
                <a:sym typeface="Source Serif 4 ExtraBold"/>
              </a:rPr>
              <a:t>Asian Americans</a:t>
            </a:r>
            <a:endParaRPr>
              <a:latin typeface="Source Serif 4 ExtraBold"/>
              <a:ea typeface="Source Serif 4 ExtraBold"/>
              <a:cs typeface="Source Serif 4 ExtraBold"/>
              <a:sym typeface="Source Serif 4 ExtraBold"/>
            </a:endParaRPr>
          </a:p>
        </p:txBody>
      </p:sp>
      <p:sp>
        <p:nvSpPr>
          <p:cNvPr id="55" name="Google Shape;55;p13"/>
          <p:cNvSpPr txBox="1"/>
          <p:nvPr/>
        </p:nvSpPr>
        <p:spPr>
          <a:xfrm>
            <a:off x="351425" y="2780270"/>
            <a:ext cx="2164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Source Serif 4 ExtraBold"/>
                <a:ea typeface="Source Serif 4 ExtraBold"/>
                <a:cs typeface="Source Serif 4 ExtraBold"/>
                <a:sym typeface="Source Serif 4 ExtraBold"/>
              </a:rPr>
              <a:t>African Americans</a:t>
            </a:r>
            <a:endParaRPr>
              <a:latin typeface="Source Serif 4 ExtraBold"/>
              <a:ea typeface="Source Serif 4 ExtraBold"/>
              <a:cs typeface="Source Serif 4 ExtraBold"/>
              <a:sym typeface="Source Serif 4 ExtraBold"/>
            </a:endParaRPr>
          </a:p>
        </p:txBody>
      </p:sp>
      <p:sp>
        <p:nvSpPr>
          <p:cNvPr id="56" name="Google Shape;56;p13"/>
          <p:cNvSpPr txBox="1"/>
          <p:nvPr/>
        </p:nvSpPr>
        <p:spPr>
          <a:xfrm>
            <a:off x="5180600" y="1322920"/>
            <a:ext cx="1718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Source Serif 4 ExtraBold"/>
                <a:ea typeface="Source Serif 4 ExtraBold"/>
                <a:cs typeface="Source Serif 4 ExtraBold"/>
                <a:sym typeface="Source Serif 4 ExtraBold"/>
              </a:rPr>
              <a:t>Retirees</a:t>
            </a:r>
            <a:endParaRPr>
              <a:latin typeface="Source Serif 4 ExtraBold"/>
              <a:ea typeface="Source Serif 4 ExtraBold"/>
              <a:cs typeface="Source Serif 4 ExtraBold"/>
              <a:sym typeface="Source Serif 4 ExtraBold"/>
            </a:endParaRPr>
          </a:p>
        </p:txBody>
      </p:sp>
      <p:sp>
        <p:nvSpPr>
          <p:cNvPr id="57" name="Google Shape;57;p13"/>
          <p:cNvSpPr txBox="1"/>
          <p:nvPr/>
        </p:nvSpPr>
        <p:spPr>
          <a:xfrm>
            <a:off x="5180600" y="2780270"/>
            <a:ext cx="2164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Source Serif 4 ExtraBold"/>
                <a:ea typeface="Source Serif 4 ExtraBold"/>
                <a:cs typeface="Source Serif 4 ExtraBold"/>
                <a:sym typeface="Source Serif 4 ExtraBold"/>
              </a:rPr>
              <a:t>Rural Farmers</a:t>
            </a:r>
            <a:endParaRPr>
              <a:latin typeface="Source Serif 4 ExtraBold"/>
              <a:ea typeface="Source Serif 4 ExtraBold"/>
              <a:cs typeface="Source Serif 4 ExtraBold"/>
              <a:sym typeface="Source Serif 4 ExtraBold"/>
            </a:endParaRPr>
          </a:p>
        </p:txBody>
      </p:sp>
      <p:sp>
        <p:nvSpPr>
          <p:cNvPr id="58" name="Google Shape;58;p13"/>
          <p:cNvSpPr txBox="1"/>
          <p:nvPr/>
        </p:nvSpPr>
        <p:spPr>
          <a:xfrm>
            <a:off x="351425" y="4180445"/>
            <a:ext cx="2240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Source Serif 4 ExtraBold"/>
                <a:ea typeface="Source Serif 4 ExtraBold"/>
                <a:cs typeface="Source Serif 4 ExtraBold"/>
                <a:sym typeface="Source Serif 4 ExtraBold"/>
              </a:rPr>
              <a:t>Corporate Executives</a:t>
            </a:r>
            <a:endParaRPr>
              <a:latin typeface="Source Serif 4 ExtraBold"/>
              <a:ea typeface="Source Serif 4 ExtraBold"/>
              <a:cs typeface="Source Serif 4 ExtraBold"/>
              <a:sym typeface="Source Serif 4 ExtraBold"/>
            </a:endParaRPr>
          </a:p>
        </p:txBody>
      </p:sp>
      <p:sp>
        <p:nvSpPr>
          <p:cNvPr id="59" name="Google Shape;59;p13"/>
          <p:cNvSpPr txBox="1"/>
          <p:nvPr/>
        </p:nvSpPr>
        <p:spPr>
          <a:xfrm>
            <a:off x="364700" y="5548020"/>
            <a:ext cx="2516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Source Serif 4 ExtraBold"/>
                <a:ea typeface="Source Serif 4 ExtraBold"/>
                <a:cs typeface="Source Serif 4 ExtraBold"/>
                <a:sym typeface="Source Serif 4 ExtraBold"/>
              </a:rPr>
              <a:t>Environmental Activists</a:t>
            </a:r>
            <a:endParaRPr>
              <a:latin typeface="Source Serif 4 ExtraBold"/>
              <a:ea typeface="Source Serif 4 ExtraBold"/>
              <a:cs typeface="Source Serif 4 ExtraBold"/>
              <a:sym typeface="Source Serif 4 ExtraBold"/>
            </a:endParaRPr>
          </a:p>
        </p:txBody>
      </p:sp>
      <p:sp>
        <p:nvSpPr>
          <p:cNvPr id="60" name="Google Shape;60;p13"/>
          <p:cNvSpPr txBox="1"/>
          <p:nvPr/>
        </p:nvSpPr>
        <p:spPr>
          <a:xfrm>
            <a:off x="351425" y="6873445"/>
            <a:ext cx="2240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Source Serif 4 ExtraBold"/>
                <a:ea typeface="Source Serif 4 ExtraBold"/>
                <a:cs typeface="Source Serif 4 ExtraBold"/>
                <a:sym typeface="Source Serif 4 ExtraBold"/>
              </a:rPr>
              <a:t>Evangelical Christians</a:t>
            </a:r>
            <a:endParaRPr>
              <a:latin typeface="Source Serif 4 ExtraBold"/>
              <a:ea typeface="Source Serif 4 ExtraBold"/>
              <a:cs typeface="Source Serif 4 ExtraBold"/>
              <a:sym typeface="Source Serif 4 ExtraBold"/>
            </a:endParaRPr>
          </a:p>
        </p:txBody>
      </p:sp>
      <p:sp>
        <p:nvSpPr>
          <p:cNvPr id="61" name="Google Shape;61;p13"/>
          <p:cNvSpPr txBox="1"/>
          <p:nvPr/>
        </p:nvSpPr>
        <p:spPr>
          <a:xfrm>
            <a:off x="351425" y="8214970"/>
            <a:ext cx="2164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Source Serif 4 ExtraBold"/>
                <a:ea typeface="Source Serif 4 ExtraBold"/>
                <a:cs typeface="Source Serif 4 ExtraBold"/>
                <a:sym typeface="Source Serif 4 ExtraBold"/>
              </a:rPr>
              <a:t>Gun Owners</a:t>
            </a:r>
            <a:endParaRPr>
              <a:latin typeface="Source Serif 4 ExtraBold"/>
              <a:ea typeface="Source Serif 4 ExtraBold"/>
              <a:cs typeface="Source Serif 4 ExtraBold"/>
              <a:sym typeface="Source Serif 4 ExtraBold"/>
            </a:endParaRPr>
          </a:p>
        </p:txBody>
      </p:sp>
      <p:sp>
        <p:nvSpPr>
          <p:cNvPr id="62" name="Google Shape;62;p13"/>
          <p:cNvSpPr txBox="1"/>
          <p:nvPr/>
        </p:nvSpPr>
        <p:spPr>
          <a:xfrm>
            <a:off x="350450" y="9556495"/>
            <a:ext cx="1718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Source Serif 4 ExtraBold"/>
                <a:ea typeface="Source Serif 4 ExtraBold"/>
                <a:cs typeface="Source Serif 4 ExtraBold"/>
                <a:sym typeface="Source Serif 4 ExtraBold"/>
              </a:rPr>
              <a:t>Hispanic/Latino</a:t>
            </a:r>
            <a:endParaRPr>
              <a:latin typeface="Source Serif 4 ExtraBold"/>
              <a:ea typeface="Source Serif 4 ExtraBold"/>
              <a:cs typeface="Source Serif 4 ExtraBold"/>
              <a:sym typeface="Source Serif 4 ExtraBold"/>
            </a:endParaRPr>
          </a:p>
        </p:txBody>
      </p:sp>
      <p:sp>
        <p:nvSpPr>
          <p:cNvPr id="63" name="Google Shape;63;p13"/>
          <p:cNvSpPr txBox="1"/>
          <p:nvPr/>
        </p:nvSpPr>
        <p:spPr>
          <a:xfrm>
            <a:off x="351425" y="10898020"/>
            <a:ext cx="2164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Source Serif 4 ExtraBold"/>
                <a:ea typeface="Source Serif 4 ExtraBold"/>
                <a:cs typeface="Source Serif 4 ExtraBold"/>
                <a:sym typeface="Source Serif 4 ExtraBold"/>
              </a:rPr>
              <a:t>Indigenous Voters</a:t>
            </a:r>
            <a:endParaRPr>
              <a:latin typeface="Source Serif 4 ExtraBold"/>
              <a:ea typeface="Source Serif 4 ExtraBold"/>
              <a:cs typeface="Source Serif 4 ExtraBold"/>
              <a:sym typeface="Source Serif 4 ExtraBold"/>
            </a:endParaRPr>
          </a:p>
        </p:txBody>
      </p:sp>
      <p:sp>
        <p:nvSpPr>
          <p:cNvPr id="64" name="Google Shape;64;p13"/>
          <p:cNvSpPr txBox="1"/>
          <p:nvPr/>
        </p:nvSpPr>
        <p:spPr>
          <a:xfrm>
            <a:off x="350450" y="12239545"/>
            <a:ext cx="1718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Source Serif 4 ExtraBold"/>
                <a:ea typeface="Source Serif 4 ExtraBold"/>
                <a:cs typeface="Source Serif 4 ExtraBold"/>
                <a:sym typeface="Source Serif 4 ExtraBold"/>
              </a:rPr>
              <a:t>Labor Unions</a:t>
            </a:r>
            <a:endParaRPr>
              <a:latin typeface="Source Serif 4 ExtraBold"/>
              <a:ea typeface="Source Serif 4 ExtraBold"/>
              <a:cs typeface="Source Serif 4 ExtraBold"/>
              <a:sym typeface="Source Serif 4 ExtraBold"/>
            </a:endParaRPr>
          </a:p>
        </p:txBody>
      </p:sp>
      <p:sp>
        <p:nvSpPr>
          <p:cNvPr id="65" name="Google Shape;65;p13"/>
          <p:cNvSpPr txBox="1"/>
          <p:nvPr/>
        </p:nvSpPr>
        <p:spPr>
          <a:xfrm>
            <a:off x="351425" y="13581070"/>
            <a:ext cx="2164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Source Serif 4 ExtraBold"/>
                <a:ea typeface="Source Serif 4 ExtraBold"/>
                <a:cs typeface="Source Serif 4 ExtraBold"/>
                <a:sym typeface="Source Serif 4 ExtraBold"/>
              </a:rPr>
              <a:t>Military Veterans</a:t>
            </a:r>
            <a:endParaRPr>
              <a:latin typeface="Source Serif 4 ExtraBold"/>
              <a:ea typeface="Source Serif 4 ExtraBold"/>
              <a:cs typeface="Source Serif 4 ExtraBold"/>
              <a:sym typeface="Source Serif 4 ExtraBold"/>
            </a:endParaRPr>
          </a:p>
        </p:txBody>
      </p:sp>
      <p:sp>
        <p:nvSpPr>
          <p:cNvPr id="66" name="Google Shape;66;p13"/>
          <p:cNvSpPr txBox="1"/>
          <p:nvPr/>
        </p:nvSpPr>
        <p:spPr>
          <a:xfrm>
            <a:off x="5179625" y="4180445"/>
            <a:ext cx="2697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Source Serif 4 ExtraBold"/>
                <a:ea typeface="Source Serif 4 ExtraBold"/>
                <a:cs typeface="Source Serif 4 ExtraBold"/>
                <a:sym typeface="Source Serif 4 ExtraBold"/>
              </a:rPr>
              <a:t>Secular/Non-Religious</a:t>
            </a:r>
            <a:endParaRPr>
              <a:latin typeface="Source Serif 4 ExtraBold"/>
              <a:ea typeface="Source Serif 4 ExtraBold"/>
              <a:cs typeface="Source Serif 4 ExtraBold"/>
              <a:sym typeface="Source Serif 4 ExtraBold"/>
            </a:endParaRPr>
          </a:p>
        </p:txBody>
      </p:sp>
      <p:sp>
        <p:nvSpPr>
          <p:cNvPr id="67" name="Google Shape;67;p13"/>
          <p:cNvSpPr txBox="1"/>
          <p:nvPr/>
        </p:nvSpPr>
        <p:spPr>
          <a:xfrm>
            <a:off x="5179625" y="5548020"/>
            <a:ext cx="2697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Source Serif 4 ExtraBold"/>
                <a:ea typeface="Source Serif 4 ExtraBold"/>
                <a:cs typeface="Source Serif 4 ExtraBold"/>
                <a:sym typeface="Source Serif 4 ExtraBold"/>
              </a:rPr>
              <a:t>Small Business Owners</a:t>
            </a:r>
            <a:endParaRPr>
              <a:latin typeface="Source Serif 4 ExtraBold"/>
              <a:ea typeface="Source Serif 4 ExtraBold"/>
              <a:cs typeface="Source Serif 4 ExtraBold"/>
              <a:sym typeface="Source Serif 4 ExtraBold"/>
            </a:endParaRPr>
          </a:p>
        </p:txBody>
      </p:sp>
      <p:sp>
        <p:nvSpPr>
          <p:cNvPr id="68" name="Google Shape;68;p13"/>
          <p:cNvSpPr txBox="1"/>
          <p:nvPr/>
        </p:nvSpPr>
        <p:spPr>
          <a:xfrm>
            <a:off x="5180600" y="6873445"/>
            <a:ext cx="2449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Source Serif 4 ExtraBold"/>
                <a:ea typeface="Source Serif 4 ExtraBold"/>
                <a:cs typeface="Source Serif 4 ExtraBold"/>
                <a:sym typeface="Source Serif 4 ExtraBold"/>
              </a:rPr>
              <a:t>Suburban Professionals</a:t>
            </a:r>
            <a:endParaRPr>
              <a:latin typeface="Source Serif 4 ExtraBold"/>
              <a:ea typeface="Source Serif 4 ExtraBold"/>
              <a:cs typeface="Source Serif 4 ExtraBold"/>
              <a:sym typeface="Source Serif 4 ExtraBold"/>
            </a:endParaRPr>
          </a:p>
        </p:txBody>
      </p:sp>
      <p:sp>
        <p:nvSpPr>
          <p:cNvPr id="69" name="Google Shape;69;p13"/>
          <p:cNvSpPr txBox="1"/>
          <p:nvPr/>
        </p:nvSpPr>
        <p:spPr>
          <a:xfrm>
            <a:off x="5180600" y="8214970"/>
            <a:ext cx="2164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Source Serif 4 ExtraBold"/>
                <a:ea typeface="Source Serif 4 ExtraBold"/>
                <a:cs typeface="Source Serif 4 ExtraBold"/>
                <a:sym typeface="Source Serif 4 ExtraBold"/>
              </a:rPr>
              <a:t>Suburban Women</a:t>
            </a:r>
            <a:endParaRPr>
              <a:latin typeface="Source Serif 4 ExtraBold"/>
              <a:ea typeface="Source Serif 4 ExtraBold"/>
              <a:cs typeface="Source Serif 4 ExtraBold"/>
              <a:sym typeface="Source Serif 4 ExtraBold"/>
            </a:endParaRPr>
          </a:p>
        </p:txBody>
      </p:sp>
      <p:sp>
        <p:nvSpPr>
          <p:cNvPr id="70" name="Google Shape;70;p13"/>
          <p:cNvSpPr txBox="1"/>
          <p:nvPr/>
        </p:nvSpPr>
        <p:spPr>
          <a:xfrm>
            <a:off x="5180600" y="9556495"/>
            <a:ext cx="2164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Source Serif 4 ExtraBold"/>
                <a:ea typeface="Source Serif 4 ExtraBold"/>
                <a:cs typeface="Source Serif 4 ExtraBold"/>
                <a:sym typeface="Source Serif 4 ExtraBold"/>
              </a:rPr>
              <a:t>Urban Professionals</a:t>
            </a:r>
            <a:endParaRPr>
              <a:latin typeface="Source Serif 4 ExtraBold"/>
              <a:ea typeface="Source Serif 4 ExtraBold"/>
              <a:cs typeface="Source Serif 4 ExtraBold"/>
              <a:sym typeface="Source Serif 4 ExtraBold"/>
            </a:endParaRPr>
          </a:p>
        </p:txBody>
      </p:sp>
      <p:sp>
        <p:nvSpPr>
          <p:cNvPr id="71" name="Google Shape;71;p13"/>
          <p:cNvSpPr txBox="1"/>
          <p:nvPr/>
        </p:nvSpPr>
        <p:spPr>
          <a:xfrm>
            <a:off x="5180600" y="10898020"/>
            <a:ext cx="2164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Source Serif 4 ExtraBold"/>
                <a:ea typeface="Source Serif 4 ExtraBold"/>
                <a:cs typeface="Source Serif 4 ExtraBold"/>
                <a:sym typeface="Source Serif 4 ExtraBold"/>
              </a:rPr>
              <a:t>White Non-College</a:t>
            </a:r>
            <a:endParaRPr>
              <a:latin typeface="Source Serif 4 ExtraBold"/>
              <a:ea typeface="Source Serif 4 ExtraBold"/>
              <a:cs typeface="Source Serif 4 ExtraBold"/>
              <a:sym typeface="Source Serif 4 ExtraBold"/>
            </a:endParaRPr>
          </a:p>
        </p:txBody>
      </p:sp>
      <p:sp>
        <p:nvSpPr>
          <p:cNvPr id="72" name="Google Shape;72;p13"/>
          <p:cNvSpPr txBox="1"/>
          <p:nvPr/>
        </p:nvSpPr>
        <p:spPr>
          <a:xfrm>
            <a:off x="5180600" y="12239545"/>
            <a:ext cx="2164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Source Serif 4 ExtraBold"/>
                <a:ea typeface="Source Serif 4 ExtraBold"/>
                <a:cs typeface="Source Serif 4 ExtraBold"/>
                <a:sym typeface="Source Serif 4 ExtraBold"/>
              </a:rPr>
              <a:t>Youth Voters</a:t>
            </a:r>
            <a:endParaRPr>
              <a:latin typeface="Source Serif 4 ExtraBold"/>
              <a:ea typeface="Source Serif 4 ExtraBold"/>
              <a:cs typeface="Source Serif 4 ExtraBold"/>
              <a:sym typeface="Source Serif 4 ExtraBold"/>
            </a:endParaRPr>
          </a:p>
        </p:txBody>
      </p:sp>
      <p:graphicFrame>
        <p:nvGraphicFramePr>
          <p:cNvPr id="73" name="Google Shape;73;p13"/>
          <p:cNvGraphicFramePr/>
          <p:nvPr/>
        </p:nvGraphicFramePr>
        <p:xfrm>
          <a:off x="350438" y="179788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{E66D6DE3-CD3D-44B4-8106-7CF95D713D52}</a:tableStyleId>
              </a:tblPr>
              <a:tblGrid>
                <a:gridCol w="905275"/>
                <a:gridCol w="905275"/>
                <a:gridCol w="905275"/>
                <a:gridCol w="905275"/>
                <a:gridCol w="905275"/>
              </a:tblGrid>
              <a:tr h="9362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74" name="Google Shape;74;p13"/>
          <p:cNvGraphicFramePr/>
          <p:nvPr/>
        </p:nvGraphicFramePr>
        <p:xfrm>
          <a:off x="5179613" y="179788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{E66D6DE3-CD3D-44B4-8106-7CF95D713D52}</a:tableStyleId>
              </a:tblPr>
              <a:tblGrid>
                <a:gridCol w="905275"/>
                <a:gridCol w="905275"/>
                <a:gridCol w="905275"/>
                <a:gridCol w="905275"/>
                <a:gridCol w="905275"/>
              </a:tblGrid>
              <a:tr h="9362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75" name="Google Shape;75;p13"/>
          <p:cNvGraphicFramePr/>
          <p:nvPr/>
        </p:nvGraphicFramePr>
        <p:xfrm>
          <a:off x="351413" y="322662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{E66D6DE3-CD3D-44B4-8106-7CF95D713D52}</a:tableStyleId>
              </a:tblPr>
              <a:tblGrid>
                <a:gridCol w="905275"/>
                <a:gridCol w="905275"/>
                <a:gridCol w="905275"/>
                <a:gridCol w="905275"/>
                <a:gridCol w="905275"/>
              </a:tblGrid>
              <a:tr h="9362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76" name="Google Shape;76;p13"/>
          <p:cNvGraphicFramePr/>
          <p:nvPr/>
        </p:nvGraphicFramePr>
        <p:xfrm>
          <a:off x="5180588" y="322662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{E66D6DE3-CD3D-44B4-8106-7CF95D713D52}</a:tableStyleId>
              </a:tblPr>
              <a:tblGrid>
                <a:gridCol w="905275"/>
                <a:gridCol w="905275"/>
                <a:gridCol w="905275"/>
                <a:gridCol w="905275"/>
                <a:gridCol w="905275"/>
              </a:tblGrid>
              <a:tr h="9362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77" name="Google Shape;77;p13"/>
          <p:cNvGraphicFramePr/>
          <p:nvPr/>
        </p:nvGraphicFramePr>
        <p:xfrm>
          <a:off x="351413" y="459824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{E66D6DE3-CD3D-44B4-8106-7CF95D713D52}</a:tableStyleId>
              </a:tblPr>
              <a:tblGrid>
                <a:gridCol w="905275"/>
                <a:gridCol w="905275"/>
                <a:gridCol w="905275"/>
                <a:gridCol w="905275"/>
                <a:gridCol w="905275"/>
              </a:tblGrid>
              <a:tr h="9362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78" name="Google Shape;78;p13"/>
          <p:cNvGraphicFramePr/>
          <p:nvPr/>
        </p:nvGraphicFramePr>
        <p:xfrm>
          <a:off x="5180588" y="459824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{E66D6DE3-CD3D-44B4-8106-7CF95D713D52}</a:tableStyleId>
              </a:tblPr>
              <a:tblGrid>
                <a:gridCol w="905275"/>
                <a:gridCol w="905275"/>
                <a:gridCol w="905275"/>
                <a:gridCol w="905275"/>
                <a:gridCol w="905275"/>
              </a:tblGrid>
              <a:tr h="9362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79" name="Google Shape;79;p13"/>
          <p:cNvGraphicFramePr/>
          <p:nvPr/>
        </p:nvGraphicFramePr>
        <p:xfrm>
          <a:off x="351413" y="593722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{E66D6DE3-CD3D-44B4-8106-7CF95D713D52}</a:tableStyleId>
              </a:tblPr>
              <a:tblGrid>
                <a:gridCol w="905275"/>
                <a:gridCol w="905275"/>
                <a:gridCol w="905275"/>
                <a:gridCol w="905275"/>
                <a:gridCol w="905275"/>
              </a:tblGrid>
              <a:tr h="9362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80" name="Google Shape;80;p13"/>
          <p:cNvGraphicFramePr/>
          <p:nvPr/>
        </p:nvGraphicFramePr>
        <p:xfrm>
          <a:off x="5180588" y="593722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{E66D6DE3-CD3D-44B4-8106-7CF95D713D52}</a:tableStyleId>
              </a:tblPr>
              <a:tblGrid>
                <a:gridCol w="905275"/>
                <a:gridCol w="905275"/>
                <a:gridCol w="905275"/>
                <a:gridCol w="905275"/>
                <a:gridCol w="905275"/>
              </a:tblGrid>
              <a:tr h="9362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81" name="Google Shape;81;p13"/>
          <p:cNvGraphicFramePr/>
          <p:nvPr/>
        </p:nvGraphicFramePr>
        <p:xfrm>
          <a:off x="350438" y="727618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{E66D6DE3-CD3D-44B4-8106-7CF95D713D52}</a:tableStyleId>
              </a:tblPr>
              <a:tblGrid>
                <a:gridCol w="905275"/>
                <a:gridCol w="905275"/>
                <a:gridCol w="905275"/>
                <a:gridCol w="905275"/>
                <a:gridCol w="905275"/>
              </a:tblGrid>
              <a:tr h="9362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82" name="Google Shape;82;p13"/>
          <p:cNvGraphicFramePr/>
          <p:nvPr/>
        </p:nvGraphicFramePr>
        <p:xfrm>
          <a:off x="5179613" y="727618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{E66D6DE3-CD3D-44B4-8106-7CF95D713D52}</a:tableStyleId>
              </a:tblPr>
              <a:tblGrid>
                <a:gridCol w="905275"/>
                <a:gridCol w="905275"/>
                <a:gridCol w="905275"/>
                <a:gridCol w="905275"/>
                <a:gridCol w="905275"/>
              </a:tblGrid>
              <a:tr h="9362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83" name="Google Shape;83;p13"/>
          <p:cNvGraphicFramePr/>
          <p:nvPr/>
        </p:nvGraphicFramePr>
        <p:xfrm>
          <a:off x="351413" y="861772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{E66D6DE3-CD3D-44B4-8106-7CF95D713D52}</a:tableStyleId>
              </a:tblPr>
              <a:tblGrid>
                <a:gridCol w="905275"/>
                <a:gridCol w="905275"/>
                <a:gridCol w="905275"/>
                <a:gridCol w="905275"/>
                <a:gridCol w="905275"/>
              </a:tblGrid>
              <a:tr h="9362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84" name="Google Shape;84;p13"/>
          <p:cNvGraphicFramePr/>
          <p:nvPr/>
        </p:nvGraphicFramePr>
        <p:xfrm>
          <a:off x="5180588" y="861772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{E66D6DE3-CD3D-44B4-8106-7CF95D713D52}</a:tableStyleId>
              </a:tblPr>
              <a:tblGrid>
                <a:gridCol w="905275"/>
                <a:gridCol w="905275"/>
                <a:gridCol w="905275"/>
                <a:gridCol w="905275"/>
                <a:gridCol w="905275"/>
              </a:tblGrid>
              <a:tr h="9362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85" name="Google Shape;85;p13"/>
          <p:cNvGraphicFramePr/>
          <p:nvPr/>
        </p:nvGraphicFramePr>
        <p:xfrm>
          <a:off x="350438" y="995923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{E66D6DE3-CD3D-44B4-8106-7CF95D713D52}</a:tableStyleId>
              </a:tblPr>
              <a:tblGrid>
                <a:gridCol w="905275"/>
                <a:gridCol w="905275"/>
                <a:gridCol w="905275"/>
                <a:gridCol w="905275"/>
                <a:gridCol w="905275"/>
              </a:tblGrid>
              <a:tr h="9362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86" name="Google Shape;86;p13"/>
          <p:cNvGraphicFramePr/>
          <p:nvPr/>
        </p:nvGraphicFramePr>
        <p:xfrm>
          <a:off x="5179613" y="995923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{E66D6DE3-CD3D-44B4-8106-7CF95D713D52}</a:tableStyleId>
              </a:tblPr>
              <a:tblGrid>
                <a:gridCol w="905275"/>
                <a:gridCol w="905275"/>
                <a:gridCol w="905275"/>
                <a:gridCol w="905275"/>
                <a:gridCol w="905275"/>
              </a:tblGrid>
              <a:tr h="9362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87" name="Google Shape;87;p13"/>
          <p:cNvGraphicFramePr/>
          <p:nvPr/>
        </p:nvGraphicFramePr>
        <p:xfrm>
          <a:off x="351413" y="1130075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{E66D6DE3-CD3D-44B4-8106-7CF95D713D52}</a:tableStyleId>
              </a:tblPr>
              <a:tblGrid>
                <a:gridCol w="905275"/>
                <a:gridCol w="905275"/>
                <a:gridCol w="905275"/>
                <a:gridCol w="905275"/>
                <a:gridCol w="905275"/>
              </a:tblGrid>
              <a:tr h="9362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88" name="Google Shape;88;p13"/>
          <p:cNvGraphicFramePr/>
          <p:nvPr/>
        </p:nvGraphicFramePr>
        <p:xfrm>
          <a:off x="5180588" y="1130075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{E66D6DE3-CD3D-44B4-8106-7CF95D713D52}</a:tableStyleId>
              </a:tblPr>
              <a:tblGrid>
                <a:gridCol w="905275"/>
                <a:gridCol w="905275"/>
                <a:gridCol w="905275"/>
                <a:gridCol w="905275"/>
                <a:gridCol w="905275"/>
              </a:tblGrid>
              <a:tr h="9362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89" name="Google Shape;89;p13"/>
          <p:cNvGraphicFramePr/>
          <p:nvPr/>
        </p:nvGraphicFramePr>
        <p:xfrm>
          <a:off x="351413" y="1264229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{E66D6DE3-CD3D-44B4-8106-7CF95D713D52}</a:tableStyleId>
              </a:tblPr>
              <a:tblGrid>
                <a:gridCol w="905275"/>
                <a:gridCol w="905275"/>
                <a:gridCol w="905275"/>
                <a:gridCol w="905275"/>
                <a:gridCol w="905275"/>
              </a:tblGrid>
              <a:tr h="9362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90" name="Google Shape;90;p13"/>
          <p:cNvGraphicFramePr/>
          <p:nvPr/>
        </p:nvGraphicFramePr>
        <p:xfrm>
          <a:off x="5180588" y="1264229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{E66D6DE3-CD3D-44B4-8106-7CF95D713D52}</a:tableStyleId>
              </a:tblPr>
              <a:tblGrid>
                <a:gridCol w="905275"/>
                <a:gridCol w="905275"/>
                <a:gridCol w="905275"/>
                <a:gridCol w="905275"/>
                <a:gridCol w="905275"/>
              </a:tblGrid>
              <a:tr h="9362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91" name="Google Shape;91;p13"/>
          <p:cNvGraphicFramePr/>
          <p:nvPr/>
        </p:nvGraphicFramePr>
        <p:xfrm>
          <a:off x="351413" y="1398380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{E66D6DE3-CD3D-44B4-8106-7CF95D713D52}</a:tableStyleId>
              </a:tblPr>
              <a:tblGrid>
                <a:gridCol w="905275"/>
                <a:gridCol w="905275"/>
                <a:gridCol w="905275"/>
                <a:gridCol w="905275"/>
                <a:gridCol w="905275"/>
              </a:tblGrid>
              <a:tr h="9362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</a:tr>
            </a:tbl>
          </a:graphicData>
        </a:graphic>
      </p:graphicFrame>
      <p:sp>
        <p:nvSpPr>
          <p:cNvPr id="92" name="Google Shape;92;p13"/>
          <p:cNvSpPr txBox="1"/>
          <p:nvPr/>
        </p:nvSpPr>
        <p:spPr>
          <a:xfrm>
            <a:off x="1808700" y="263300"/>
            <a:ext cx="64410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600">
                <a:solidFill>
                  <a:schemeClr val="dk2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VOTER GROUPS BOARD</a:t>
            </a:r>
            <a:endParaRPr b="1" sz="3600">
              <a:solidFill>
                <a:schemeClr val="dk2"/>
              </a:solidFill>
              <a:latin typeface="Source Serif 4"/>
              <a:ea typeface="Source Serif 4"/>
              <a:cs typeface="Source Serif 4"/>
              <a:sym typeface="Source Serif 4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