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15544800" cx="10058400"/>
  <p:notesSz cx="6858000" cy="9144000"/>
  <p:embeddedFontLst>
    <p:embeddedFont>
      <p:font typeface="Source Serif 4 ExtraBold"/>
      <p:bold r:id="rId8"/>
      <p:boldItalic r:id="rId9"/>
    </p:embeddedFont>
    <p:embeddedFont>
      <p:font typeface="Source Serif 4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96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442ABD-2B7F-4EA2-A081-29E44D72FDF6}">
  <a:tblStyle styleId="{25442ABD-2B7F-4EA2-A081-29E44D72FD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96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Serif4-bold.fntdata"/><Relationship Id="rId10" Type="http://schemas.openxmlformats.org/officeDocument/2006/relationships/font" Target="fonts/SourceSerif4-regular.fntdata"/><Relationship Id="rId13" Type="http://schemas.openxmlformats.org/officeDocument/2006/relationships/font" Target="fonts/SourceSerif4-boldItalic.fntdata"/><Relationship Id="rId12" Type="http://schemas.openxmlformats.org/officeDocument/2006/relationships/font" Target="fonts/SourceSerif4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SourceSerif4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SourceSerif4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2250271"/>
            <a:ext cx="9372600" cy="62034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1pPr>
            <a:lvl2pPr lvl="1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2pPr>
            <a:lvl3pPr lvl="2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3pPr>
            <a:lvl4pPr lvl="3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4pPr>
            <a:lvl5pPr lvl="4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5pPr>
            <a:lvl6pPr lvl="5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6pPr>
            <a:lvl7pPr lvl="6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7pPr>
            <a:lvl8pPr lvl="7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8pPr>
            <a:lvl9pPr lvl="8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8565356"/>
            <a:ext cx="9372600" cy="23955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6500347"/>
            <a:ext cx="9372600" cy="25440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1pPr>
            <a:lvl2pPr lvl="1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2pPr>
            <a:lvl3pPr lvl="2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3pPr>
            <a:lvl4pPr lvl="3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4pPr>
            <a:lvl5pPr lvl="4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5pPr>
            <a:lvl6pPr lvl="5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6pPr>
            <a:lvl7pPr lvl="6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7pPr>
            <a:lvl8pPr lvl="7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8pPr>
            <a:lvl9pPr lvl="8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1679147"/>
            <a:ext cx="3088800" cy="2283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1pPr>
            <a:lvl2pPr lvl="1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2pPr>
            <a:lvl3pPr lvl="2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3pPr>
            <a:lvl4pPr lvl="3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4pPr>
            <a:lvl5pPr lvl="4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5pPr>
            <a:lvl6pPr lvl="5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6pPr>
            <a:lvl7pPr lvl="6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7pPr>
            <a:lvl8pPr lvl="7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8pPr>
            <a:lvl9pPr lvl="8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4199680"/>
            <a:ext cx="3088800" cy="96090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61245" lvl="0" marL="4572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1360453"/>
            <a:ext cx="7004700" cy="123633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1pPr>
            <a:lvl2pPr lvl="1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2pPr>
            <a:lvl3pPr lvl="2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3pPr>
            <a:lvl4pPr lvl="3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4pPr>
            <a:lvl5pPr lvl="4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5pPr>
            <a:lvl6pPr lvl="5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6pPr>
            <a:lvl7pPr lvl="6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7pPr>
            <a:lvl8pPr lvl="7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8pPr>
            <a:lvl9pPr lvl="8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378"/>
            <a:ext cx="5029200" cy="1554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59150" lIns="159150" spcFirstLastPara="1" rIns="159150" wrap="square" tIns="15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3726929"/>
            <a:ext cx="4449600" cy="4479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1pPr>
            <a:lvl2pPr lvl="1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2pPr>
            <a:lvl3pPr lvl="2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3pPr>
            <a:lvl4pPr lvl="3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4pPr>
            <a:lvl5pPr lvl="4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5pPr>
            <a:lvl6pPr lvl="5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6pPr>
            <a:lvl7pPr lvl="6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7pPr>
            <a:lvl8pPr lvl="7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8pPr>
            <a:lvl9pPr lvl="8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8471516"/>
            <a:ext cx="4449600" cy="37326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2188316"/>
            <a:ext cx="4220700" cy="11167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12785738"/>
            <a:ext cx="6598800" cy="18288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3"/>
              <a:buNone/>
              <a:defRPr sz="313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3342956"/>
            <a:ext cx="9372600" cy="59340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1pPr>
            <a:lvl2pPr lvl="1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2pPr>
            <a:lvl3pPr lvl="2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3pPr>
            <a:lvl4pPr lvl="3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4pPr>
            <a:lvl5pPr lvl="4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5pPr>
            <a:lvl6pPr lvl="5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6pPr>
            <a:lvl7pPr lvl="6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7pPr>
            <a:lvl8pPr lvl="7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8pPr>
            <a:lvl9pPr lvl="8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9526724"/>
            <a:ext cx="9372600" cy="39312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 algn="ctr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33"/>
              <a:buChar char="●"/>
              <a:defRPr sz="3133">
                <a:solidFill>
                  <a:schemeClr val="dk2"/>
                </a:solidFill>
              </a:defRPr>
            </a:lvl1pPr>
            <a:lvl2pPr indent="-38335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2pPr>
            <a:lvl3pPr indent="-38335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3pPr>
            <a:lvl4pPr indent="-38335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4pPr>
            <a:lvl5pPr indent="-38335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5pPr>
            <a:lvl6pPr indent="-38335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6pPr>
            <a:lvl7pPr indent="-38335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7pPr>
            <a:lvl8pPr indent="-38335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8pPr>
            <a:lvl9pPr indent="-38335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r">
              <a:buNone/>
              <a:defRPr sz="1741">
                <a:solidFill>
                  <a:schemeClr val="dk2"/>
                </a:solidFill>
              </a:defRPr>
            </a:lvl1pPr>
            <a:lvl2pPr lvl="1" algn="r">
              <a:buNone/>
              <a:defRPr sz="1741">
                <a:solidFill>
                  <a:schemeClr val="dk2"/>
                </a:solidFill>
              </a:defRPr>
            </a:lvl2pPr>
            <a:lvl3pPr lvl="2" algn="r">
              <a:buNone/>
              <a:defRPr sz="1741">
                <a:solidFill>
                  <a:schemeClr val="dk2"/>
                </a:solidFill>
              </a:defRPr>
            </a:lvl3pPr>
            <a:lvl4pPr lvl="3" algn="r">
              <a:buNone/>
              <a:defRPr sz="1741">
                <a:solidFill>
                  <a:schemeClr val="dk2"/>
                </a:solidFill>
              </a:defRPr>
            </a:lvl4pPr>
            <a:lvl5pPr lvl="4" algn="r">
              <a:buNone/>
              <a:defRPr sz="1741">
                <a:solidFill>
                  <a:schemeClr val="dk2"/>
                </a:solidFill>
              </a:defRPr>
            </a:lvl5pPr>
            <a:lvl6pPr lvl="5" algn="r">
              <a:buNone/>
              <a:defRPr sz="1741">
                <a:solidFill>
                  <a:schemeClr val="dk2"/>
                </a:solidFill>
              </a:defRPr>
            </a:lvl6pPr>
            <a:lvl7pPr lvl="6" algn="r">
              <a:buNone/>
              <a:defRPr sz="1741">
                <a:solidFill>
                  <a:schemeClr val="dk2"/>
                </a:solidFill>
              </a:defRPr>
            </a:lvl7pPr>
            <a:lvl8pPr lvl="7" algn="r">
              <a:buNone/>
              <a:defRPr sz="1741">
                <a:solidFill>
                  <a:schemeClr val="dk2"/>
                </a:solidFill>
              </a:defRPr>
            </a:lvl8pPr>
            <a:lvl9pPr lvl="8" algn="r">
              <a:buNone/>
              <a:defRPr sz="174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0450" y="1322970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Asian Americans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51425" y="27802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African Americans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180600" y="1322920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Retirees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80600" y="27802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Rural Farmers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51425" y="4180445"/>
            <a:ext cx="22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Corporate Executives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4700" y="5548020"/>
            <a:ext cx="251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Environmental Activists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51425" y="6873445"/>
            <a:ext cx="224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Evangelical Christians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51425" y="82149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Gun Owners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50450" y="9556495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Hispanic/Latino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51425" y="1089802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Indigenous Voters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50450" y="12239545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Labor Unions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51425" y="135810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Military Veterans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179625" y="4180445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Secular/Non-Religious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5179625" y="5548020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Small Business Owners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180600" y="6873445"/>
            <a:ext cx="244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Suburban Professionals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180600" y="821497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Suburban Women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5180600" y="9556495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Urban Professionals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180600" y="10898020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White Non-College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180600" y="12239545"/>
            <a:ext cx="216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ExtraBold"/>
                <a:ea typeface="Source Serif 4 ExtraBold"/>
                <a:cs typeface="Source Serif 4 ExtraBold"/>
                <a:sym typeface="Source Serif 4 ExtraBold"/>
              </a:rPr>
              <a:t>Youth Voters</a:t>
            </a:r>
            <a:endParaRPr>
              <a:latin typeface="Source Serif 4 ExtraBold"/>
              <a:ea typeface="Source Serif 4 ExtraBold"/>
              <a:cs typeface="Source Serif 4 ExtraBold"/>
              <a:sym typeface="Source Serif 4 ExtraBold"/>
            </a:endParaRPr>
          </a:p>
        </p:txBody>
      </p:sp>
      <p:graphicFrame>
        <p:nvGraphicFramePr>
          <p:cNvPr id="73" name="Google Shape;73;p13"/>
          <p:cNvGraphicFramePr/>
          <p:nvPr/>
        </p:nvGraphicFramePr>
        <p:xfrm>
          <a:off x="350438" y="17978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Google Shape;74;p13"/>
          <p:cNvGraphicFramePr/>
          <p:nvPr/>
        </p:nvGraphicFramePr>
        <p:xfrm>
          <a:off x="5179613" y="17978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13"/>
          <p:cNvGraphicFramePr/>
          <p:nvPr/>
        </p:nvGraphicFramePr>
        <p:xfrm>
          <a:off x="351413" y="3226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Google Shape;76;p13"/>
          <p:cNvGraphicFramePr/>
          <p:nvPr/>
        </p:nvGraphicFramePr>
        <p:xfrm>
          <a:off x="5180588" y="3226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Google Shape;77;p13"/>
          <p:cNvGraphicFramePr/>
          <p:nvPr/>
        </p:nvGraphicFramePr>
        <p:xfrm>
          <a:off x="351413" y="4598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Google Shape;78;p13"/>
          <p:cNvGraphicFramePr/>
          <p:nvPr/>
        </p:nvGraphicFramePr>
        <p:xfrm>
          <a:off x="5180588" y="4598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Google Shape;79;p13"/>
          <p:cNvGraphicFramePr/>
          <p:nvPr/>
        </p:nvGraphicFramePr>
        <p:xfrm>
          <a:off x="351413" y="5937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Google Shape;80;p13"/>
          <p:cNvGraphicFramePr/>
          <p:nvPr/>
        </p:nvGraphicFramePr>
        <p:xfrm>
          <a:off x="5180588" y="5937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Google Shape;81;p13"/>
          <p:cNvGraphicFramePr/>
          <p:nvPr/>
        </p:nvGraphicFramePr>
        <p:xfrm>
          <a:off x="350438" y="7276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Google Shape;82;p13"/>
          <p:cNvGraphicFramePr/>
          <p:nvPr/>
        </p:nvGraphicFramePr>
        <p:xfrm>
          <a:off x="5179613" y="7276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Google Shape;83;p13"/>
          <p:cNvGraphicFramePr/>
          <p:nvPr/>
        </p:nvGraphicFramePr>
        <p:xfrm>
          <a:off x="351413" y="8617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13"/>
          <p:cNvGraphicFramePr/>
          <p:nvPr/>
        </p:nvGraphicFramePr>
        <p:xfrm>
          <a:off x="5180588" y="8617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p13"/>
          <p:cNvGraphicFramePr/>
          <p:nvPr/>
        </p:nvGraphicFramePr>
        <p:xfrm>
          <a:off x="350438" y="9959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Google Shape;86;p13"/>
          <p:cNvGraphicFramePr/>
          <p:nvPr/>
        </p:nvGraphicFramePr>
        <p:xfrm>
          <a:off x="5179613" y="9959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Google Shape;87;p13"/>
          <p:cNvGraphicFramePr/>
          <p:nvPr/>
        </p:nvGraphicFramePr>
        <p:xfrm>
          <a:off x="351413" y="11300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" name="Google Shape;88;p13"/>
          <p:cNvGraphicFramePr/>
          <p:nvPr/>
        </p:nvGraphicFramePr>
        <p:xfrm>
          <a:off x="5180588" y="11300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Google Shape;89;p13"/>
          <p:cNvGraphicFramePr/>
          <p:nvPr/>
        </p:nvGraphicFramePr>
        <p:xfrm>
          <a:off x="351413" y="12642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Google Shape;90;p13"/>
          <p:cNvGraphicFramePr/>
          <p:nvPr/>
        </p:nvGraphicFramePr>
        <p:xfrm>
          <a:off x="5180588" y="12642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Google Shape;91;p13"/>
          <p:cNvGraphicFramePr/>
          <p:nvPr/>
        </p:nvGraphicFramePr>
        <p:xfrm>
          <a:off x="351413" y="13983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{25442ABD-2B7F-4EA2-A081-29E44D72FDF6}</a:tableStyleId>
              </a:tblPr>
              <a:tblGrid>
                <a:gridCol w="905275"/>
                <a:gridCol w="905275"/>
                <a:gridCol w="905275"/>
                <a:gridCol w="905275"/>
                <a:gridCol w="905275"/>
              </a:tblGrid>
              <a:tr h="93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13"/>
          <p:cNvSpPr txBox="1"/>
          <p:nvPr/>
        </p:nvSpPr>
        <p:spPr>
          <a:xfrm>
            <a:off x="1808700" y="263300"/>
            <a:ext cx="644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VOTER GROUPS BOARD</a:t>
            </a:r>
            <a:endParaRPr b="1" sz="36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