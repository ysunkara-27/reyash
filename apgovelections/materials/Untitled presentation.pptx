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</p:sldIdLst>
  <p:sldSz cy="15544800" cx="100584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4896">
          <p15:clr>
            <a:srgbClr val="747775"/>
          </p15:clr>
        </p15:guide>
        <p15:guide id="2" pos="3168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4896" orient="horz"/>
        <p:guide pos="3168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319941" y="685800"/>
            <a:ext cx="22188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2319941" y="685800"/>
            <a:ext cx="22188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d4df1b928a_0_0:notes"/>
          <p:cNvSpPr/>
          <p:nvPr>
            <p:ph idx="2" type="sldImg"/>
          </p:nvPr>
        </p:nvSpPr>
        <p:spPr>
          <a:xfrm>
            <a:off x="2319941" y="685800"/>
            <a:ext cx="22188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3d4df1b928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42879" y="2250271"/>
            <a:ext cx="9372600" cy="6203400"/>
          </a:xfrm>
          <a:prstGeom prst="rect">
            <a:avLst/>
          </a:prstGeom>
        </p:spPr>
        <p:txBody>
          <a:bodyPr anchorCtr="0" anchor="b" bIns="159150" lIns="159150" spcFirstLastPara="1" rIns="159150" wrap="square" tIns="1591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052"/>
              <a:buNone/>
              <a:defRPr sz="9052"/>
            </a:lvl1pPr>
            <a:lvl2pPr lvl="1" algn="ctr">
              <a:spcBef>
                <a:spcPts val="0"/>
              </a:spcBef>
              <a:spcAft>
                <a:spcPts val="0"/>
              </a:spcAft>
              <a:buSzPts val="9052"/>
              <a:buNone/>
              <a:defRPr sz="9052"/>
            </a:lvl2pPr>
            <a:lvl3pPr lvl="2" algn="ctr">
              <a:spcBef>
                <a:spcPts val="0"/>
              </a:spcBef>
              <a:spcAft>
                <a:spcPts val="0"/>
              </a:spcAft>
              <a:buSzPts val="9052"/>
              <a:buNone/>
              <a:defRPr sz="9052"/>
            </a:lvl3pPr>
            <a:lvl4pPr lvl="3" algn="ctr">
              <a:spcBef>
                <a:spcPts val="0"/>
              </a:spcBef>
              <a:spcAft>
                <a:spcPts val="0"/>
              </a:spcAft>
              <a:buSzPts val="9052"/>
              <a:buNone/>
              <a:defRPr sz="9052"/>
            </a:lvl4pPr>
            <a:lvl5pPr lvl="4" algn="ctr">
              <a:spcBef>
                <a:spcPts val="0"/>
              </a:spcBef>
              <a:spcAft>
                <a:spcPts val="0"/>
              </a:spcAft>
              <a:buSzPts val="9052"/>
              <a:buNone/>
              <a:defRPr sz="9052"/>
            </a:lvl5pPr>
            <a:lvl6pPr lvl="5" algn="ctr">
              <a:spcBef>
                <a:spcPts val="0"/>
              </a:spcBef>
              <a:spcAft>
                <a:spcPts val="0"/>
              </a:spcAft>
              <a:buSzPts val="9052"/>
              <a:buNone/>
              <a:defRPr sz="9052"/>
            </a:lvl6pPr>
            <a:lvl7pPr lvl="6" algn="ctr">
              <a:spcBef>
                <a:spcPts val="0"/>
              </a:spcBef>
              <a:spcAft>
                <a:spcPts val="0"/>
              </a:spcAft>
              <a:buSzPts val="9052"/>
              <a:buNone/>
              <a:defRPr sz="9052"/>
            </a:lvl7pPr>
            <a:lvl8pPr lvl="7" algn="ctr">
              <a:spcBef>
                <a:spcPts val="0"/>
              </a:spcBef>
              <a:spcAft>
                <a:spcPts val="0"/>
              </a:spcAft>
              <a:buSzPts val="9052"/>
              <a:buNone/>
              <a:defRPr sz="9052"/>
            </a:lvl8pPr>
            <a:lvl9pPr lvl="8" algn="ctr">
              <a:spcBef>
                <a:spcPts val="0"/>
              </a:spcBef>
              <a:spcAft>
                <a:spcPts val="0"/>
              </a:spcAft>
              <a:buSzPts val="9052"/>
              <a:buNone/>
              <a:defRPr sz="9052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42870" y="8565356"/>
            <a:ext cx="9372600" cy="2395500"/>
          </a:xfrm>
          <a:prstGeom prst="rect">
            <a:avLst/>
          </a:prstGeom>
        </p:spPr>
        <p:txBody>
          <a:bodyPr anchorCtr="0" anchor="t" bIns="159150" lIns="159150" spcFirstLastPara="1" rIns="159150" wrap="square" tIns="15915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74"/>
              <a:buNone/>
              <a:defRPr sz="4874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74"/>
              <a:buNone/>
              <a:defRPr sz="4874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74"/>
              <a:buNone/>
              <a:defRPr sz="4874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74"/>
              <a:buNone/>
              <a:defRPr sz="4874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74"/>
              <a:buNone/>
              <a:defRPr sz="4874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74"/>
              <a:buNone/>
              <a:defRPr sz="4874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74"/>
              <a:buNone/>
              <a:defRPr sz="4874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74"/>
              <a:buNone/>
              <a:defRPr sz="4874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74"/>
              <a:buNone/>
              <a:defRPr sz="4874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9319704" y="14093277"/>
            <a:ext cx="603600" cy="1189500"/>
          </a:xfrm>
          <a:prstGeom prst="rect">
            <a:avLst/>
          </a:prstGeom>
        </p:spPr>
        <p:txBody>
          <a:bodyPr anchorCtr="0" anchor="ctr" bIns="159150" lIns="159150" spcFirstLastPara="1" rIns="159150" wrap="square" tIns="159150">
            <a:normAutofit/>
          </a:bodyPr>
          <a:lstStyle>
            <a:lvl1pPr lvl="0">
              <a:buNone/>
              <a:defRPr sz="1741"/>
            </a:lvl1pPr>
            <a:lvl2pPr lvl="1">
              <a:buNone/>
              <a:defRPr sz="1741"/>
            </a:lvl2pPr>
            <a:lvl3pPr lvl="2">
              <a:buNone/>
              <a:defRPr sz="1741"/>
            </a:lvl3pPr>
            <a:lvl4pPr lvl="3">
              <a:buNone/>
              <a:defRPr sz="1741"/>
            </a:lvl4pPr>
            <a:lvl5pPr lvl="4">
              <a:buNone/>
              <a:defRPr sz="1741"/>
            </a:lvl5pPr>
            <a:lvl6pPr lvl="5">
              <a:buNone/>
              <a:defRPr sz="1741"/>
            </a:lvl6pPr>
            <a:lvl7pPr lvl="6">
              <a:buNone/>
              <a:defRPr sz="1741"/>
            </a:lvl7pPr>
            <a:lvl8pPr lvl="7">
              <a:buNone/>
              <a:defRPr sz="1741"/>
            </a:lvl8pPr>
            <a:lvl9pPr lvl="8">
              <a:buNone/>
              <a:defRPr sz="1741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42870" y="6500347"/>
            <a:ext cx="9372600" cy="2544000"/>
          </a:xfrm>
          <a:prstGeom prst="rect">
            <a:avLst/>
          </a:prstGeom>
        </p:spPr>
        <p:txBody>
          <a:bodyPr anchorCtr="0" anchor="ctr" bIns="159150" lIns="159150" spcFirstLastPara="1" rIns="159150" wrap="square" tIns="1591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267"/>
              <a:buNone/>
              <a:defRPr sz="6267"/>
            </a:lvl1pPr>
            <a:lvl2pPr lvl="1" algn="ctr">
              <a:spcBef>
                <a:spcPts val="0"/>
              </a:spcBef>
              <a:spcAft>
                <a:spcPts val="0"/>
              </a:spcAft>
              <a:buSzPts val="6267"/>
              <a:buNone/>
              <a:defRPr sz="6267"/>
            </a:lvl2pPr>
            <a:lvl3pPr lvl="2" algn="ctr">
              <a:spcBef>
                <a:spcPts val="0"/>
              </a:spcBef>
              <a:spcAft>
                <a:spcPts val="0"/>
              </a:spcAft>
              <a:buSzPts val="6267"/>
              <a:buNone/>
              <a:defRPr sz="6267"/>
            </a:lvl3pPr>
            <a:lvl4pPr lvl="3" algn="ctr">
              <a:spcBef>
                <a:spcPts val="0"/>
              </a:spcBef>
              <a:spcAft>
                <a:spcPts val="0"/>
              </a:spcAft>
              <a:buSzPts val="6267"/>
              <a:buNone/>
              <a:defRPr sz="6267"/>
            </a:lvl4pPr>
            <a:lvl5pPr lvl="4" algn="ctr">
              <a:spcBef>
                <a:spcPts val="0"/>
              </a:spcBef>
              <a:spcAft>
                <a:spcPts val="0"/>
              </a:spcAft>
              <a:buSzPts val="6267"/>
              <a:buNone/>
              <a:defRPr sz="6267"/>
            </a:lvl5pPr>
            <a:lvl6pPr lvl="5" algn="ctr">
              <a:spcBef>
                <a:spcPts val="0"/>
              </a:spcBef>
              <a:spcAft>
                <a:spcPts val="0"/>
              </a:spcAft>
              <a:buSzPts val="6267"/>
              <a:buNone/>
              <a:defRPr sz="6267"/>
            </a:lvl6pPr>
            <a:lvl7pPr lvl="6" algn="ctr">
              <a:spcBef>
                <a:spcPts val="0"/>
              </a:spcBef>
              <a:spcAft>
                <a:spcPts val="0"/>
              </a:spcAft>
              <a:buSzPts val="6267"/>
              <a:buNone/>
              <a:defRPr sz="6267"/>
            </a:lvl7pPr>
            <a:lvl8pPr lvl="7" algn="ctr">
              <a:spcBef>
                <a:spcPts val="0"/>
              </a:spcBef>
              <a:spcAft>
                <a:spcPts val="0"/>
              </a:spcAft>
              <a:buSzPts val="6267"/>
              <a:buNone/>
              <a:defRPr sz="6267"/>
            </a:lvl8pPr>
            <a:lvl9pPr lvl="8" algn="ctr">
              <a:spcBef>
                <a:spcPts val="0"/>
              </a:spcBef>
              <a:spcAft>
                <a:spcPts val="0"/>
              </a:spcAft>
              <a:buSzPts val="6267"/>
              <a:buNone/>
              <a:defRPr sz="6267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9319704" y="14093277"/>
            <a:ext cx="603600" cy="1189500"/>
          </a:xfrm>
          <a:prstGeom prst="rect">
            <a:avLst/>
          </a:prstGeom>
        </p:spPr>
        <p:txBody>
          <a:bodyPr anchorCtr="0" anchor="ctr" bIns="159150" lIns="159150" spcFirstLastPara="1" rIns="159150" wrap="square" tIns="159150">
            <a:normAutofit/>
          </a:bodyPr>
          <a:lstStyle>
            <a:lvl1pPr lvl="0">
              <a:buNone/>
              <a:defRPr sz="1741"/>
            </a:lvl1pPr>
            <a:lvl2pPr lvl="1">
              <a:buNone/>
              <a:defRPr sz="1741"/>
            </a:lvl2pPr>
            <a:lvl3pPr lvl="2">
              <a:buNone/>
              <a:defRPr sz="1741"/>
            </a:lvl3pPr>
            <a:lvl4pPr lvl="3">
              <a:buNone/>
              <a:defRPr sz="1741"/>
            </a:lvl4pPr>
            <a:lvl5pPr lvl="4">
              <a:buNone/>
              <a:defRPr sz="1741"/>
            </a:lvl5pPr>
            <a:lvl6pPr lvl="5">
              <a:buNone/>
              <a:defRPr sz="1741"/>
            </a:lvl6pPr>
            <a:lvl7pPr lvl="6">
              <a:buNone/>
              <a:defRPr sz="1741"/>
            </a:lvl7pPr>
            <a:lvl8pPr lvl="7">
              <a:buNone/>
              <a:defRPr sz="1741"/>
            </a:lvl8pPr>
            <a:lvl9pPr lvl="8">
              <a:buNone/>
              <a:defRPr sz="1741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42870" y="1344964"/>
            <a:ext cx="9372600" cy="1730700"/>
          </a:xfrm>
          <a:prstGeom prst="rect">
            <a:avLst/>
          </a:prstGeom>
        </p:spPr>
        <p:txBody>
          <a:bodyPr anchorCtr="0" anchor="t" bIns="159150" lIns="159150" spcFirstLastPara="1" rIns="159150" wrap="square" tIns="15915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74"/>
              <a:buNone/>
              <a:defRPr sz="4874"/>
            </a:lvl1pPr>
            <a:lvl2pPr lvl="1">
              <a:spcBef>
                <a:spcPts val="0"/>
              </a:spcBef>
              <a:spcAft>
                <a:spcPts val="0"/>
              </a:spcAft>
              <a:buSzPts val="4874"/>
              <a:buNone/>
              <a:defRPr sz="4874"/>
            </a:lvl2pPr>
            <a:lvl3pPr lvl="2">
              <a:spcBef>
                <a:spcPts val="0"/>
              </a:spcBef>
              <a:spcAft>
                <a:spcPts val="0"/>
              </a:spcAft>
              <a:buSzPts val="4874"/>
              <a:buNone/>
              <a:defRPr sz="4874"/>
            </a:lvl3pPr>
            <a:lvl4pPr lvl="3">
              <a:spcBef>
                <a:spcPts val="0"/>
              </a:spcBef>
              <a:spcAft>
                <a:spcPts val="0"/>
              </a:spcAft>
              <a:buSzPts val="4874"/>
              <a:buNone/>
              <a:defRPr sz="4874"/>
            </a:lvl4pPr>
            <a:lvl5pPr lvl="4">
              <a:spcBef>
                <a:spcPts val="0"/>
              </a:spcBef>
              <a:spcAft>
                <a:spcPts val="0"/>
              </a:spcAft>
              <a:buSzPts val="4874"/>
              <a:buNone/>
              <a:defRPr sz="4874"/>
            </a:lvl5pPr>
            <a:lvl6pPr lvl="5">
              <a:spcBef>
                <a:spcPts val="0"/>
              </a:spcBef>
              <a:spcAft>
                <a:spcPts val="0"/>
              </a:spcAft>
              <a:buSzPts val="4874"/>
              <a:buNone/>
              <a:defRPr sz="4874"/>
            </a:lvl6pPr>
            <a:lvl7pPr lvl="6">
              <a:spcBef>
                <a:spcPts val="0"/>
              </a:spcBef>
              <a:spcAft>
                <a:spcPts val="0"/>
              </a:spcAft>
              <a:buSzPts val="4874"/>
              <a:buNone/>
              <a:defRPr sz="4874"/>
            </a:lvl7pPr>
            <a:lvl8pPr lvl="7">
              <a:spcBef>
                <a:spcPts val="0"/>
              </a:spcBef>
              <a:spcAft>
                <a:spcPts val="0"/>
              </a:spcAft>
              <a:buSzPts val="4874"/>
              <a:buNone/>
              <a:defRPr sz="4874"/>
            </a:lvl8pPr>
            <a:lvl9pPr lvl="8">
              <a:spcBef>
                <a:spcPts val="0"/>
              </a:spcBef>
              <a:spcAft>
                <a:spcPts val="0"/>
              </a:spcAft>
              <a:buSzPts val="4874"/>
              <a:buNone/>
              <a:defRPr sz="4874"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42870" y="3483036"/>
            <a:ext cx="9372600" cy="10325100"/>
          </a:xfrm>
          <a:prstGeom prst="rect">
            <a:avLst/>
          </a:prstGeom>
        </p:spPr>
        <p:txBody>
          <a:bodyPr anchorCtr="0" anchor="t" bIns="159150" lIns="159150" spcFirstLastPara="1" rIns="159150" wrap="square" tIns="159150">
            <a:normAutofit/>
          </a:bodyPr>
          <a:lstStyle>
            <a:lvl1pPr indent="-427566" lvl="0" marL="457200">
              <a:spcBef>
                <a:spcPts val="0"/>
              </a:spcBef>
              <a:spcAft>
                <a:spcPts val="0"/>
              </a:spcAft>
              <a:buSzPts val="3133"/>
              <a:buChar char="●"/>
              <a:defRPr sz="3133"/>
            </a:lvl1pPr>
            <a:lvl2pPr indent="-383352" lvl="1" marL="914400">
              <a:spcBef>
                <a:spcPts val="0"/>
              </a:spcBef>
              <a:spcAft>
                <a:spcPts val="0"/>
              </a:spcAft>
              <a:buSzPts val="2437"/>
              <a:buChar char="○"/>
              <a:defRPr sz="2437"/>
            </a:lvl2pPr>
            <a:lvl3pPr indent="-383352" lvl="2" marL="1371600">
              <a:spcBef>
                <a:spcPts val="0"/>
              </a:spcBef>
              <a:spcAft>
                <a:spcPts val="0"/>
              </a:spcAft>
              <a:buSzPts val="2437"/>
              <a:buChar char="■"/>
              <a:defRPr sz="2437"/>
            </a:lvl3pPr>
            <a:lvl4pPr indent="-383352" lvl="3" marL="1828800">
              <a:spcBef>
                <a:spcPts val="0"/>
              </a:spcBef>
              <a:spcAft>
                <a:spcPts val="0"/>
              </a:spcAft>
              <a:buSzPts val="2437"/>
              <a:buChar char="●"/>
              <a:defRPr sz="2437"/>
            </a:lvl4pPr>
            <a:lvl5pPr indent="-383352" lvl="4" marL="2286000">
              <a:spcBef>
                <a:spcPts val="0"/>
              </a:spcBef>
              <a:spcAft>
                <a:spcPts val="0"/>
              </a:spcAft>
              <a:buSzPts val="2437"/>
              <a:buChar char="○"/>
              <a:defRPr sz="2437"/>
            </a:lvl5pPr>
            <a:lvl6pPr indent="-383352" lvl="5" marL="2743200">
              <a:spcBef>
                <a:spcPts val="0"/>
              </a:spcBef>
              <a:spcAft>
                <a:spcPts val="0"/>
              </a:spcAft>
              <a:buSzPts val="2437"/>
              <a:buChar char="■"/>
              <a:defRPr sz="2437"/>
            </a:lvl6pPr>
            <a:lvl7pPr indent="-383352" lvl="6" marL="3200400">
              <a:spcBef>
                <a:spcPts val="0"/>
              </a:spcBef>
              <a:spcAft>
                <a:spcPts val="0"/>
              </a:spcAft>
              <a:buSzPts val="2437"/>
              <a:buChar char="●"/>
              <a:defRPr sz="2437"/>
            </a:lvl7pPr>
            <a:lvl8pPr indent="-383352" lvl="7" marL="3657600">
              <a:spcBef>
                <a:spcPts val="0"/>
              </a:spcBef>
              <a:spcAft>
                <a:spcPts val="0"/>
              </a:spcAft>
              <a:buSzPts val="2437"/>
              <a:buChar char="○"/>
              <a:defRPr sz="2437"/>
            </a:lvl8pPr>
            <a:lvl9pPr indent="-383352" lvl="8" marL="4114800">
              <a:spcBef>
                <a:spcPts val="0"/>
              </a:spcBef>
              <a:spcAft>
                <a:spcPts val="0"/>
              </a:spcAft>
              <a:buSzPts val="2437"/>
              <a:buChar char="■"/>
              <a:defRPr sz="2437"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9319704" y="14093277"/>
            <a:ext cx="603600" cy="1189500"/>
          </a:xfrm>
          <a:prstGeom prst="rect">
            <a:avLst/>
          </a:prstGeom>
        </p:spPr>
        <p:txBody>
          <a:bodyPr anchorCtr="0" anchor="ctr" bIns="159150" lIns="159150" spcFirstLastPara="1" rIns="159150" wrap="square" tIns="159150">
            <a:normAutofit/>
          </a:bodyPr>
          <a:lstStyle>
            <a:lvl1pPr lvl="0">
              <a:buNone/>
              <a:defRPr sz="1741"/>
            </a:lvl1pPr>
            <a:lvl2pPr lvl="1">
              <a:buNone/>
              <a:defRPr sz="1741"/>
            </a:lvl2pPr>
            <a:lvl3pPr lvl="2">
              <a:buNone/>
              <a:defRPr sz="1741"/>
            </a:lvl3pPr>
            <a:lvl4pPr lvl="3">
              <a:buNone/>
              <a:defRPr sz="1741"/>
            </a:lvl4pPr>
            <a:lvl5pPr lvl="4">
              <a:buNone/>
              <a:defRPr sz="1741"/>
            </a:lvl5pPr>
            <a:lvl6pPr lvl="5">
              <a:buNone/>
              <a:defRPr sz="1741"/>
            </a:lvl6pPr>
            <a:lvl7pPr lvl="6">
              <a:buNone/>
              <a:defRPr sz="1741"/>
            </a:lvl7pPr>
            <a:lvl8pPr lvl="7">
              <a:buNone/>
              <a:defRPr sz="1741"/>
            </a:lvl8pPr>
            <a:lvl9pPr lvl="8">
              <a:buNone/>
              <a:defRPr sz="1741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42870" y="1344964"/>
            <a:ext cx="9372600" cy="1730700"/>
          </a:xfrm>
          <a:prstGeom prst="rect">
            <a:avLst/>
          </a:prstGeom>
        </p:spPr>
        <p:txBody>
          <a:bodyPr anchorCtr="0" anchor="t" bIns="159150" lIns="159150" spcFirstLastPara="1" rIns="159150" wrap="square" tIns="15915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74"/>
              <a:buNone/>
              <a:defRPr sz="4874"/>
            </a:lvl1pPr>
            <a:lvl2pPr lvl="1">
              <a:spcBef>
                <a:spcPts val="0"/>
              </a:spcBef>
              <a:spcAft>
                <a:spcPts val="0"/>
              </a:spcAft>
              <a:buSzPts val="4874"/>
              <a:buNone/>
              <a:defRPr sz="4874"/>
            </a:lvl2pPr>
            <a:lvl3pPr lvl="2">
              <a:spcBef>
                <a:spcPts val="0"/>
              </a:spcBef>
              <a:spcAft>
                <a:spcPts val="0"/>
              </a:spcAft>
              <a:buSzPts val="4874"/>
              <a:buNone/>
              <a:defRPr sz="4874"/>
            </a:lvl3pPr>
            <a:lvl4pPr lvl="3">
              <a:spcBef>
                <a:spcPts val="0"/>
              </a:spcBef>
              <a:spcAft>
                <a:spcPts val="0"/>
              </a:spcAft>
              <a:buSzPts val="4874"/>
              <a:buNone/>
              <a:defRPr sz="4874"/>
            </a:lvl4pPr>
            <a:lvl5pPr lvl="4">
              <a:spcBef>
                <a:spcPts val="0"/>
              </a:spcBef>
              <a:spcAft>
                <a:spcPts val="0"/>
              </a:spcAft>
              <a:buSzPts val="4874"/>
              <a:buNone/>
              <a:defRPr sz="4874"/>
            </a:lvl5pPr>
            <a:lvl6pPr lvl="5">
              <a:spcBef>
                <a:spcPts val="0"/>
              </a:spcBef>
              <a:spcAft>
                <a:spcPts val="0"/>
              </a:spcAft>
              <a:buSzPts val="4874"/>
              <a:buNone/>
              <a:defRPr sz="4874"/>
            </a:lvl6pPr>
            <a:lvl7pPr lvl="6">
              <a:spcBef>
                <a:spcPts val="0"/>
              </a:spcBef>
              <a:spcAft>
                <a:spcPts val="0"/>
              </a:spcAft>
              <a:buSzPts val="4874"/>
              <a:buNone/>
              <a:defRPr sz="4874"/>
            </a:lvl7pPr>
            <a:lvl8pPr lvl="7">
              <a:spcBef>
                <a:spcPts val="0"/>
              </a:spcBef>
              <a:spcAft>
                <a:spcPts val="0"/>
              </a:spcAft>
              <a:buSzPts val="4874"/>
              <a:buNone/>
              <a:defRPr sz="4874"/>
            </a:lvl8pPr>
            <a:lvl9pPr lvl="8">
              <a:spcBef>
                <a:spcPts val="0"/>
              </a:spcBef>
              <a:spcAft>
                <a:spcPts val="0"/>
              </a:spcAft>
              <a:buSzPts val="4874"/>
              <a:buNone/>
              <a:defRPr sz="4874"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42870" y="3483036"/>
            <a:ext cx="4399800" cy="10325100"/>
          </a:xfrm>
          <a:prstGeom prst="rect">
            <a:avLst/>
          </a:prstGeom>
        </p:spPr>
        <p:txBody>
          <a:bodyPr anchorCtr="0" anchor="t" bIns="159150" lIns="159150" spcFirstLastPara="1" rIns="159150" wrap="square" tIns="159150">
            <a:normAutofit/>
          </a:bodyPr>
          <a:lstStyle>
            <a:lvl1pPr indent="-383352" lvl="0" marL="457200">
              <a:spcBef>
                <a:spcPts val="0"/>
              </a:spcBef>
              <a:spcAft>
                <a:spcPts val="0"/>
              </a:spcAft>
              <a:buSzPts val="2437"/>
              <a:buChar char="●"/>
              <a:defRPr sz="2437"/>
            </a:lvl1pPr>
            <a:lvl2pPr indent="-361245" lvl="1" marL="914400">
              <a:spcBef>
                <a:spcPts val="0"/>
              </a:spcBef>
              <a:spcAft>
                <a:spcPts val="0"/>
              </a:spcAft>
              <a:buSzPts val="2089"/>
              <a:buChar char="○"/>
              <a:defRPr sz="2089"/>
            </a:lvl2pPr>
            <a:lvl3pPr indent="-361245" lvl="2" marL="1371600">
              <a:spcBef>
                <a:spcPts val="0"/>
              </a:spcBef>
              <a:spcAft>
                <a:spcPts val="0"/>
              </a:spcAft>
              <a:buSzPts val="2089"/>
              <a:buChar char="■"/>
              <a:defRPr sz="2089"/>
            </a:lvl3pPr>
            <a:lvl4pPr indent="-361245" lvl="3" marL="1828800">
              <a:spcBef>
                <a:spcPts val="0"/>
              </a:spcBef>
              <a:spcAft>
                <a:spcPts val="0"/>
              </a:spcAft>
              <a:buSzPts val="2089"/>
              <a:buChar char="●"/>
              <a:defRPr sz="2089"/>
            </a:lvl4pPr>
            <a:lvl5pPr indent="-361245" lvl="4" marL="2286000">
              <a:spcBef>
                <a:spcPts val="0"/>
              </a:spcBef>
              <a:spcAft>
                <a:spcPts val="0"/>
              </a:spcAft>
              <a:buSzPts val="2089"/>
              <a:buChar char="○"/>
              <a:defRPr sz="2089"/>
            </a:lvl5pPr>
            <a:lvl6pPr indent="-361245" lvl="5" marL="2743200">
              <a:spcBef>
                <a:spcPts val="0"/>
              </a:spcBef>
              <a:spcAft>
                <a:spcPts val="0"/>
              </a:spcAft>
              <a:buSzPts val="2089"/>
              <a:buChar char="■"/>
              <a:defRPr sz="2089"/>
            </a:lvl6pPr>
            <a:lvl7pPr indent="-361245" lvl="6" marL="3200400">
              <a:spcBef>
                <a:spcPts val="0"/>
              </a:spcBef>
              <a:spcAft>
                <a:spcPts val="0"/>
              </a:spcAft>
              <a:buSzPts val="2089"/>
              <a:buChar char="●"/>
              <a:defRPr sz="2089"/>
            </a:lvl7pPr>
            <a:lvl8pPr indent="-361245" lvl="7" marL="3657600">
              <a:spcBef>
                <a:spcPts val="0"/>
              </a:spcBef>
              <a:spcAft>
                <a:spcPts val="0"/>
              </a:spcAft>
              <a:buSzPts val="2089"/>
              <a:buChar char="○"/>
              <a:defRPr sz="2089"/>
            </a:lvl8pPr>
            <a:lvl9pPr indent="-361245" lvl="8" marL="4114800">
              <a:spcBef>
                <a:spcPts val="0"/>
              </a:spcBef>
              <a:spcAft>
                <a:spcPts val="0"/>
              </a:spcAft>
              <a:buSzPts val="2089"/>
              <a:buChar char="■"/>
              <a:defRPr sz="2089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5315640" y="3483036"/>
            <a:ext cx="4399800" cy="10325100"/>
          </a:xfrm>
          <a:prstGeom prst="rect">
            <a:avLst/>
          </a:prstGeom>
        </p:spPr>
        <p:txBody>
          <a:bodyPr anchorCtr="0" anchor="t" bIns="159150" lIns="159150" spcFirstLastPara="1" rIns="159150" wrap="square" tIns="159150">
            <a:normAutofit/>
          </a:bodyPr>
          <a:lstStyle>
            <a:lvl1pPr indent="-383352" lvl="0" marL="457200">
              <a:spcBef>
                <a:spcPts val="0"/>
              </a:spcBef>
              <a:spcAft>
                <a:spcPts val="0"/>
              </a:spcAft>
              <a:buSzPts val="2437"/>
              <a:buChar char="●"/>
              <a:defRPr sz="2437"/>
            </a:lvl1pPr>
            <a:lvl2pPr indent="-361245" lvl="1" marL="914400">
              <a:spcBef>
                <a:spcPts val="0"/>
              </a:spcBef>
              <a:spcAft>
                <a:spcPts val="0"/>
              </a:spcAft>
              <a:buSzPts val="2089"/>
              <a:buChar char="○"/>
              <a:defRPr sz="2089"/>
            </a:lvl2pPr>
            <a:lvl3pPr indent="-361245" lvl="2" marL="1371600">
              <a:spcBef>
                <a:spcPts val="0"/>
              </a:spcBef>
              <a:spcAft>
                <a:spcPts val="0"/>
              </a:spcAft>
              <a:buSzPts val="2089"/>
              <a:buChar char="■"/>
              <a:defRPr sz="2089"/>
            </a:lvl3pPr>
            <a:lvl4pPr indent="-361245" lvl="3" marL="1828800">
              <a:spcBef>
                <a:spcPts val="0"/>
              </a:spcBef>
              <a:spcAft>
                <a:spcPts val="0"/>
              </a:spcAft>
              <a:buSzPts val="2089"/>
              <a:buChar char="●"/>
              <a:defRPr sz="2089"/>
            </a:lvl4pPr>
            <a:lvl5pPr indent="-361245" lvl="4" marL="2286000">
              <a:spcBef>
                <a:spcPts val="0"/>
              </a:spcBef>
              <a:spcAft>
                <a:spcPts val="0"/>
              </a:spcAft>
              <a:buSzPts val="2089"/>
              <a:buChar char="○"/>
              <a:defRPr sz="2089"/>
            </a:lvl5pPr>
            <a:lvl6pPr indent="-361245" lvl="5" marL="2743200">
              <a:spcBef>
                <a:spcPts val="0"/>
              </a:spcBef>
              <a:spcAft>
                <a:spcPts val="0"/>
              </a:spcAft>
              <a:buSzPts val="2089"/>
              <a:buChar char="■"/>
              <a:defRPr sz="2089"/>
            </a:lvl6pPr>
            <a:lvl7pPr indent="-361245" lvl="6" marL="3200400">
              <a:spcBef>
                <a:spcPts val="0"/>
              </a:spcBef>
              <a:spcAft>
                <a:spcPts val="0"/>
              </a:spcAft>
              <a:buSzPts val="2089"/>
              <a:buChar char="●"/>
              <a:defRPr sz="2089"/>
            </a:lvl7pPr>
            <a:lvl8pPr indent="-361245" lvl="7" marL="3657600">
              <a:spcBef>
                <a:spcPts val="0"/>
              </a:spcBef>
              <a:spcAft>
                <a:spcPts val="0"/>
              </a:spcAft>
              <a:buSzPts val="2089"/>
              <a:buChar char="○"/>
              <a:defRPr sz="2089"/>
            </a:lvl8pPr>
            <a:lvl9pPr indent="-361245" lvl="8" marL="4114800">
              <a:spcBef>
                <a:spcPts val="0"/>
              </a:spcBef>
              <a:spcAft>
                <a:spcPts val="0"/>
              </a:spcAft>
              <a:buSzPts val="2089"/>
              <a:buChar char="■"/>
              <a:defRPr sz="2089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9319704" y="14093277"/>
            <a:ext cx="603600" cy="1189500"/>
          </a:xfrm>
          <a:prstGeom prst="rect">
            <a:avLst/>
          </a:prstGeom>
        </p:spPr>
        <p:txBody>
          <a:bodyPr anchorCtr="0" anchor="ctr" bIns="159150" lIns="159150" spcFirstLastPara="1" rIns="159150" wrap="square" tIns="159150">
            <a:normAutofit/>
          </a:bodyPr>
          <a:lstStyle>
            <a:lvl1pPr lvl="0">
              <a:buNone/>
              <a:defRPr sz="1741"/>
            </a:lvl1pPr>
            <a:lvl2pPr lvl="1">
              <a:buNone/>
              <a:defRPr sz="1741"/>
            </a:lvl2pPr>
            <a:lvl3pPr lvl="2">
              <a:buNone/>
              <a:defRPr sz="1741"/>
            </a:lvl3pPr>
            <a:lvl4pPr lvl="3">
              <a:buNone/>
              <a:defRPr sz="1741"/>
            </a:lvl4pPr>
            <a:lvl5pPr lvl="4">
              <a:buNone/>
              <a:defRPr sz="1741"/>
            </a:lvl5pPr>
            <a:lvl6pPr lvl="5">
              <a:buNone/>
              <a:defRPr sz="1741"/>
            </a:lvl6pPr>
            <a:lvl7pPr lvl="6">
              <a:buNone/>
              <a:defRPr sz="1741"/>
            </a:lvl7pPr>
            <a:lvl8pPr lvl="7">
              <a:buNone/>
              <a:defRPr sz="1741"/>
            </a:lvl8pPr>
            <a:lvl9pPr lvl="8">
              <a:buNone/>
              <a:defRPr sz="1741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42870" y="1344964"/>
            <a:ext cx="9372600" cy="1730700"/>
          </a:xfrm>
          <a:prstGeom prst="rect">
            <a:avLst/>
          </a:prstGeom>
        </p:spPr>
        <p:txBody>
          <a:bodyPr anchorCtr="0" anchor="t" bIns="159150" lIns="159150" spcFirstLastPara="1" rIns="159150" wrap="square" tIns="15915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74"/>
              <a:buNone/>
              <a:defRPr sz="4874"/>
            </a:lvl1pPr>
            <a:lvl2pPr lvl="1">
              <a:spcBef>
                <a:spcPts val="0"/>
              </a:spcBef>
              <a:spcAft>
                <a:spcPts val="0"/>
              </a:spcAft>
              <a:buSzPts val="4874"/>
              <a:buNone/>
              <a:defRPr sz="4874"/>
            </a:lvl2pPr>
            <a:lvl3pPr lvl="2">
              <a:spcBef>
                <a:spcPts val="0"/>
              </a:spcBef>
              <a:spcAft>
                <a:spcPts val="0"/>
              </a:spcAft>
              <a:buSzPts val="4874"/>
              <a:buNone/>
              <a:defRPr sz="4874"/>
            </a:lvl3pPr>
            <a:lvl4pPr lvl="3">
              <a:spcBef>
                <a:spcPts val="0"/>
              </a:spcBef>
              <a:spcAft>
                <a:spcPts val="0"/>
              </a:spcAft>
              <a:buSzPts val="4874"/>
              <a:buNone/>
              <a:defRPr sz="4874"/>
            </a:lvl4pPr>
            <a:lvl5pPr lvl="4">
              <a:spcBef>
                <a:spcPts val="0"/>
              </a:spcBef>
              <a:spcAft>
                <a:spcPts val="0"/>
              </a:spcAft>
              <a:buSzPts val="4874"/>
              <a:buNone/>
              <a:defRPr sz="4874"/>
            </a:lvl5pPr>
            <a:lvl6pPr lvl="5">
              <a:spcBef>
                <a:spcPts val="0"/>
              </a:spcBef>
              <a:spcAft>
                <a:spcPts val="0"/>
              </a:spcAft>
              <a:buSzPts val="4874"/>
              <a:buNone/>
              <a:defRPr sz="4874"/>
            </a:lvl6pPr>
            <a:lvl7pPr lvl="6">
              <a:spcBef>
                <a:spcPts val="0"/>
              </a:spcBef>
              <a:spcAft>
                <a:spcPts val="0"/>
              </a:spcAft>
              <a:buSzPts val="4874"/>
              <a:buNone/>
              <a:defRPr sz="4874"/>
            </a:lvl7pPr>
            <a:lvl8pPr lvl="7">
              <a:spcBef>
                <a:spcPts val="0"/>
              </a:spcBef>
              <a:spcAft>
                <a:spcPts val="0"/>
              </a:spcAft>
              <a:buSzPts val="4874"/>
              <a:buNone/>
              <a:defRPr sz="4874"/>
            </a:lvl8pPr>
            <a:lvl9pPr lvl="8">
              <a:spcBef>
                <a:spcPts val="0"/>
              </a:spcBef>
              <a:spcAft>
                <a:spcPts val="0"/>
              </a:spcAft>
              <a:buSzPts val="4874"/>
              <a:buNone/>
              <a:defRPr sz="4874"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9319704" y="14093277"/>
            <a:ext cx="603600" cy="1189500"/>
          </a:xfrm>
          <a:prstGeom prst="rect">
            <a:avLst/>
          </a:prstGeom>
        </p:spPr>
        <p:txBody>
          <a:bodyPr anchorCtr="0" anchor="ctr" bIns="159150" lIns="159150" spcFirstLastPara="1" rIns="159150" wrap="square" tIns="159150">
            <a:normAutofit/>
          </a:bodyPr>
          <a:lstStyle>
            <a:lvl1pPr lvl="0">
              <a:buNone/>
              <a:defRPr sz="1741"/>
            </a:lvl1pPr>
            <a:lvl2pPr lvl="1">
              <a:buNone/>
              <a:defRPr sz="1741"/>
            </a:lvl2pPr>
            <a:lvl3pPr lvl="2">
              <a:buNone/>
              <a:defRPr sz="1741"/>
            </a:lvl3pPr>
            <a:lvl4pPr lvl="3">
              <a:buNone/>
              <a:defRPr sz="1741"/>
            </a:lvl4pPr>
            <a:lvl5pPr lvl="4">
              <a:buNone/>
              <a:defRPr sz="1741"/>
            </a:lvl5pPr>
            <a:lvl6pPr lvl="5">
              <a:buNone/>
              <a:defRPr sz="1741"/>
            </a:lvl6pPr>
            <a:lvl7pPr lvl="6">
              <a:buNone/>
              <a:defRPr sz="1741"/>
            </a:lvl7pPr>
            <a:lvl8pPr lvl="7">
              <a:buNone/>
              <a:defRPr sz="1741"/>
            </a:lvl8pPr>
            <a:lvl9pPr lvl="8">
              <a:buNone/>
              <a:defRPr sz="1741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42870" y="1679147"/>
            <a:ext cx="3088800" cy="2283900"/>
          </a:xfrm>
          <a:prstGeom prst="rect">
            <a:avLst/>
          </a:prstGeom>
        </p:spPr>
        <p:txBody>
          <a:bodyPr anchorCtr="0" anchor="b" bIns="159150" lIns="159150" spcFirstLastPara="1" rIns="159150" wrap="square" tIns="15915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178"/>
              <a:buNone/>
              <a:defRPr sz="4178"/>
            </a:lvl1pPr>
            <a:lvl2pPr lvl="1">
              <a:spcBef>
                <a:spcPts val="0"/>
              </a:spcBef>
              <a:spcAft>
                <a:spcPts val="0"/>
              </a:spcAft>
              <a:buSzPts val="4178"/>
              <a:buNone/>
              <a:defRPr sz="4178"/>
            </a:lvl2pPr>
            <a:lvl3pPr lvl="2">
              <a:spcBef>
                <a:spcPts val="0"/>
              </a:spcBef>
              <a:spcAft>
                <a:spcPts val="0"/>
              </a:spcAft>
              <a:buSzPts val="4178"/>
              <a:buNone/>
              <a:defRPr sz="4178"/>
            </a:lvl3pPr>
            <a:lvl4pPr lvl="3">
              <a:spcBef>
                <a:spcPts val="0"/>
              </a:spcBef>
              <a:spcAft>
                <a:spcPts val="0"/>
              </a:spcAft>
              <a:buSzPts val="4178"/>
              <a:buNone/>
              <a:defRPr sz="4178"/>
            </a:lvl4pPr>
            <a:lvl5pPr lvl="4">
              <a:spcBef>
                <a:spcPts val="0"/>
              </a:spcBef>
              <a:spcAft>
                <a:spcPts val="0"/>
              </a:spcAft>
              <a:buSzPts val="4178"/>
              <a:buNone/>
              <a:defRPr sz="4178"/>
            </a:lvl5pPr>
            <a:lvl6pPr lvl="5">
              <a:spcBef>
                <a:spcPts val="0"/>
              </a:spcBef>
              <a:spcAft>
                <a:spcPts val="0"/>
              </a:spcAft>
              <a:buSzPts val="4178"/>
              <a:buNone/>
              <a:defRPr sz="4178"/>
            </a:lvl6pPr>
            <a:lvl7pPr lvl="6">
              <a:spcBef>
                <a:spcPts val="0"/>
              </a:spcBef>
              <a:spcAft>
                <a:spcPts val="0"/>
              </a:spcAft>
              <a:buSzPts val="4178"/>
              <a:buNone/>
              <a:defRPr sz="4178"/>
            </a:lvl7pPr>
            <a:lvl8pPr lvl="7">
              <a:spcBef>
                <a:spcPts val="0"/>
              </a:spcBef>
              <a:spcAft>
                <a:spcPts val="0"/>
              </a:spcAft>
              <a:buSzPts val="4178"/>
              <a:buNone/>
              <a:defRPr sz="4178"/>
            </a:lvl8pPr>
            <a:lvl9pPr lvl="8">
              <a:spcBef>
                <a:spcPts val="0"/>
              </a:spcBef>
              <a:spcAft>
                <a:spcPts val="0"/>
              </a:spcAft>
              <a:buSzPts val="4178"/>
              <a:buNone/>
              <a:defRPr sz="4178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42870" y="4199680"/>
            <a:ext cx="3088800" cy="9609000"/>
          </a:xfrm>
          <a:prstGeom prst="rect">
            <a:avLst/>
          </a:prstGeom>
        </p:spPr>
        <p:txBody>
          <a:bodyPr anchorCtr="0" anchor="t" bIns="159150" lIns="159150" spcFirstLastPara="1" rIns="159150" wrap="square" tIns="159150">
            <a:normAutofit/>
          </a:bodyPr>
          <a:lstStyle>
            <a:lvl1pPr indent="-361245" lvl="0" marL="457200">
              <a:spcBef>
                <a:spcPts val="0"/>
              </a:spcBef>
              <a:spcAft>
                <a:spcPts val="0"/>
              </a:spcAft>
              <a:buSzPts val="2089"/>
              <a:buChar char="●"/>
              <a:defRPr sz="2089"/>
            </a:lvl1pPr>
            <a:lvl2pPr indent="-361245" lvl="1" marL="914400">
              <a:spcBef>
                <a:spcPts val="0"/>
              </a:spcBef>
              <a:spcAft>
                <a:spcPts val="0"/>
              </a:spcAft>
              <a:buSzPts val="2089"/>
              <a:buChar char="○"/>
              <a:defRPr sz="2089"/>
            </a:lvl2pPr>
            <a:lvl3pPr indent="-361245" lvl="2" marL="1371600">
              <a:spcBef>
                <a:spcPts val="0"/>
              </a:spcBef>
              <a:spcAft>
                <a:spcPts val="0"/>
              </a:spcAft>
              <a:buSzPts val="2089"/>
              <a:buChar char="■"/>
              <a:defRPr sz="2089"/>
            </a:lvl3pPr>
            <a:lvl4pPr indent="-361245" lvl="3" marL="1828800">
              <a:spcBef>
                <a:spcPts val="0"/>
              </a:spcBef>
              <a:spcAft>
                <a:spcPts val="0"/>
              </a:spcAft>
              <a:buSzPts val="2089"/>
              <a:buChar char="●"/>
              <a:defRPr sz="2089"/>
            </a:lvl4pPr>
            <a:lvl5pPr indent="-361245" lvl="4" marL="2286000">
              <a:spcBef>
                <a:spcPts val="0"/>
              </a:spcBef>
              <a:spcAft>
                <a:spcPts val="0"/>
              </a:spcAft>
              <a:buSzPts val="2089"/>
              <a:buChar char="○"/>
              <a:defRPr sz="2089"/>
            </a:lvl5pPr>
            <a:lvl6pPr indent="-361245" lvl="5" marL="2743200">
              <a:spcBef>
                <a:spcPts val="0"/>
              </a:spcBef>
              <a:spcAft>
                <a:spcPts val="0"/>
              </a:spcAft>
              <a:buSzPts val="2089"/>
              <a:buChar char="■"/>
              <a:defRPr sz="2089"/>
            </a:lvl6pPr>
            <a:lvl7pPr indent="-361245" lvl="6" marL="3200400">
              <a:spcBef>
                <a:spcPts val="0"/>
              </a:spcBef>
              <a:spcAft>
                <a:spcPts val="0"/>
              </a:spcAft>
              <a:buSzPts val="2089"/>
              <a:buChar char="●"/>
              <a:defRPr sz="2089"/>
            </a:lvl7pPr>
            <a:lvl8pPr indent="-361245" lvl="7" marL="3657600">
              <a:spcBef>
                <a:spcPts val="0"/>
              </a:spcBef>
              <a:spcAft>
                <a:spcPts val="0"/>
              </a:spcAft>
              <a:buSzPts val="2089"/>
              <a:buChar char="○"/>
              <a:defRPr sz="2089"/>
            </a:lvl8pPr>
            <a:lvl9pPr indent="-361245" lvl="8" marL="4114800">
              <a:spcBef>
                <a:spcPts val="0"/>
              </a:spcBef>
              <a:spcAft>
                <a:spcPts val="0"/>
              </a:spcAft>
              <a:buSzPts val="2089"/>
              <a:buChar char="■"/>
              <a:defRPr sz="2089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9319704" y="14093277"/>
            <a:ext cx="603600" cy="1189500"/>
          </a:xfrm>
          <a:prstGeom prst="rect">
            <a:avLst/>
          </a:prstGeom>
        </p:spPr>
        <p:txBody>
          <a:bodyPr anchorCtr="0" anchor="ctr" bIns="159150" lIns="159150" spcFirstLastPara="1" rIns="159150" wrap="square" tIns="159150">
            <a:normAutofit/>
          </a:bodyPr>
          <a:lstStyle>
            <a:lvl1pPr lvl="0">
              <a:buNone/>
              <a:defRPr sz="1741"/>
            </a:lvl1pPr>
            <a:lvl2pPr lvl="1">
              <a:buNone/>
              <a:defRPr sz="1741"/>
            </a:lvl2pPr>
            <a:lvl3pPr lvl="2">
              <a:buNone/>
              <a:defRPr sz="1741"/>
            </a:lvl3pPr>
            <a:lvl4pPr lvl="3">
              <a:buNone/>
              <a:defRPr sz="1741"/>
            </a:lvl4pPr>
            <a:lvl5pPr lvl="4">
              <a:buNone/>
              <a:defRPr sz="1741"/>
            </a:lvl5pPr>
            <a:lvl6pPr lvl="5">
              <a:buNone/>
              <a:defRPr sz="1741"/>
            </a:lvl6pPr>
            <a:lvl7pPr lvl="6">
              <a:buNone/>
              <a:defRPr sz="1741"/>
            </a:lvl7pPr>
            <a:lvl8pPr lvl="7">
              <a:buNone/>
              <a:defRPr sz="1741"/>
            </a:lvl8pPr>
            <a:lvl9pPr lvl="8">
              <a:buNone/>
              <a:defRPr sz="1741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539275" y="1360453"/>
            <a:ext cx="7004700" cy="12363300"/>
          </a:xfrm>
          <a:prstGeom prst="rect">
            <a:avLst/>
          </a:prstGeom>
        </p:spPr>
        <p:txBody>
          <a:bodyPr anchorCtr="0" anchor="ctr" bIns="159150" lIns="159150" spcFirstLastPara="1" rIns="159150" wrap="square" tIns="15915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356"/>
              <a:buNone/>
              <a:defRPr sz="8356"/>
            </a:lvl1pPr>
            <a:lvl2pPr lvl="1">
              <a:spcBef>
                <a:spcPts val="0"/>
              </a:spcBef>
              <a:spcAft>
                <a:spcPts val="0"/>
              </a:spcAft>
              <a:buSzPts val="8356"/>
              <a:buNone/>
              <a:defRPr sz="8356"/>
            </a:lvl2pPr>
            <a:lvl3pPr lvl="2">
              <a:spcBef>
                <a:spcPts val="0"/>
              </a:spcBef>
              <a:spcAft>
                <a:spcPts val="0"/>
              </a:spcAft>
              <a:buSzPts val="8356"/>
              <a:buNone/>
              <a:defRPr sz="8356"/>
            </a:lvl3pPr>
            <a:lvl4pPr lvl="3">
              <a:spcBef>
                <a:spcPts val="0"/>
              </a:spcBef>
              <a:spcAft>
                <a:spcPts val="0"/>
              </a:spcAft>
              <a:buSzPts val="8356"/>
              <a:buNone/>
              <a:defRPr sz="8356"/>
            </a:lvl4pPr>
            <a:lvl5pPr lvl="4">
              <a:spcBef>
                <a:spcPts val="0"/>
              </a:spcBef>
              <a:spcAft>
                <a:spcPts val="0"/>
              </a:spcAft>
              <a:buSzPts val="8356"/>
              <a:buNone/>
              <a:defRPr sz="8356"/>
            </a:lvl5pPr>
            <a:lvl6pPr lvl="5">
              <a:spcBef>
                <a:spcPts val="0"/>
              </a:spcBef>
              <a:spcAft>
                <a:spcPts val="0"/>
              </a:spcAft>
              <a:buSzPts val="8356"/>
              <a:buNone/>
              <a:defRPr sz="8356"/>
            </a:lvl6pPr>
            <a:lvl7pPr lvl="6">
              <a:spcBef>
                <a:spcPts val="0"/>
              </a:spcBef>
              <a:spcAft>
                <a:spcPts val="0"/>
              </a:spcAft>
              <a:buSzPts val="8356"/>
              <a:buNone/>
              <a:defRPr sz="8356"/>
            </a:lvl7pPr>
            <a:lvl8pPr lvl="7">
              <a:spcBef>
                <a:spcPts val="0"/>
              </a:spcBef>
              <a:spcAft>
                <a:spcPts val="0"/>
              </a:spcAft>
              <a:buSzPts val="8356"/>
              <a:buNone/>
              <a:defRPr sz="8356"/>
            </a:lvl8pPr>
            <a:lvl9pPr lvl="8">
              <a:spcBef>
                <a:spcPts val="0"/>
              </a:spcBef>
              <a:spcAft>
                <a:spcPts val="0"/>
              </a:spcAft>
              <a:buSzPts val="8356"/>
              <a:buNone/>
              <a:defRPr sz="8356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9319704" y="14093277"/>
            <a:ext cx="603600" cy="1189500"/>
          </a:xfrm>
          <a:prstGeom prst="rect">
            <a:avLst/>
          </a:prstGeom>
        </p:spPr>
        <p:txBody>
          <a:bodyPr anchorCtr="0" anchor="ctr" bIns="159150" lIns="159150" spcFirstLastPara="1" rIns="159150" wrap="square" tIns="159150">
            <a:normAutofit/>
          </a:bodyPr>
          <a:lstStyle>
            <a:lvl1pPr lvl="0">
              <a:buNone/>
              <a:defRPr sz="1741"/>
            </a:lvl1pPr>
            <a:lvl2pPr lvl="1">
              <a:buNone/>
              <a:defRPr sz="1741"/>
            </a:lvl2pPr>
            <a:lvl3pPr lvl="2">
              <a:buNone/>
              <a:defRPr sz="1741"/>
            </a:lvl3pPr>
            <a:lvl4pPr lvl="3">
              <a:buNone/>
              <a:defRPr sz="1741"/>
            </a:lvl4pPr>
            <a:lvl5pPr lvl="4">
              <a:buNone/>
              <a:defRPr sz="1741"/>
            </a:lvl5pPr>
            <a:lvl6pPr lvl="5">
              <a:buNone/>
              <a:defRPr sz="1741"/>
            </a:lvl6pPr>
            <a:lvl7pPr lvl="6">
              <a:buNone/>
              <a:defRPr sz="1741"/>
            </a:lvl7pPr>
            <a:lvl8pPr lvl="7">
              <a:buNone/>
              <a:defRPr sz="1741"/>
            </a:lvl8pPr>
            <a:lvl9pPr lvl="8">
              <a:buNone/>
              <a:defRPr sz="1741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5029200" y="-378"/>
            <a:ext cx="5029200" cy="15544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59150" lIns="159150" spcFirstLastPara="1" rIns="159150" wrap="square" tIns="159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92050" y="3726929"/>
            <a:ext cx="4449600" cy="4479900"/>
          </a:xfrm>
          <a:prstGeom prst="rect">
            <a:avLst/>
          </a:prstGeom>
        </p:spPr>
        <p:txBody>
          <a:bodyPr anchorCtr="0" anchor="b" bIns="159150" lIns="159150" spcFirstLastPara="1" rIns="159150" wrap="square" tIns="1591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311"/>
              <a:buNone/>
              <a:defRPr sz="7311"/>
            </a:lvl1pPr>
            <a:lvl2pPr lvl="1" algn="ctr">
              <a:spcBef>
                <a:spcPts val="0"/>
              </a:spcBef>
              <a:spcAft>
                <a:spcPts val="0"/>
              </a:spcAft>
              <a:buSzPts val="7311"/>
              <a:buNone/>
              <a:defRPr sz="7311"/>
            </a:lvl2pPr>
            <a:lvl3pPr lvl="2" algn="ctr">
              <a:spcBef>
                <a:spcPts val="0"/>
              </a:spcBef>
              <a:spcAft>
                <a:spcPts val="0"/>
              </a:spcAft>
              <a:buSzPts val="7311"/>
              <a:buNone/>
              <a:defRPr sz="7311"/>
            </a:lvl3pPr>
            <a:lvl4pPr lvl="3" algn="ctr">
              <a:spcBef>
                <a:spcPts val="0"/>
              </a:spcBef>
              <a:spcAft>
                <a:spcPts val="0"/>
              </a:spcAft>
              <a:buSzPts val="7311"/>
              <a:buNone/>
              <a:defRPr sz="7311"/>
            </a:lvl4pPr>
            <a:lvl5pPr lvl="4" algn="ctr">
              <a:spcBef>
                <a:spcPts val="0"/>
              </a:spcBef>
              <a:spcAft>
                <a:spcPts val="0"/>
              </a:spcAft>
              <a:buSzPts val="7311"/>
              <a:buNone/>
              <a:defRPr sz="7311"/>
            </a:lvl5pPr>
            <a:lvl6pPr lvl="5" algn="ctr">
              <a:spcBef>
                <a:spcPts val="0"/>
              </a:spcBef>
              <a:spcAft>
                <a:spcPts val="0"/>
              </a:spcAft>
              <a:buSzPts val="7311"/>
              <a:buNone/>
              <a:defRPr sz="7311"/>
            </a:lvl6pPr>
            <a:lvl7pPr lvl="6" algn="ctr">
              <a:spcBef>
                <a:spcPts val="0"/>
              </a:spcBef>
              <a:spcAft>
                <a:spcPts val="0"/>
              </a:spcAft>
              <a:buSzPts val="7311"/>
              <a:buNone/>
              <a:defRPr sz="7311"/>
            </a:lvl7pPr>
            <a:lvl8pPr lvl="7" algn="ctr">
              <a:spcBef>
                <a:spcPts val="0"/>
              </a:spcBef>
              <a:spcAft>
                <a:spcPts val="0"/>
              </a:spcAft>
              <a:buSzPts val="7311"/>
              <a:buNone/>
              <a:defRPr sz="7311"/>
            </a:lvl8pPr>
            <a:lvl9pPr lvl="8" algn="ctr">
              <a:spcBef>
                <a:spcPts val="0"/>
              </a:spcBef>
              <a:spcAft>
                <a:spcPts val="0"/>
              </a:spcAft>
              <a:buSzPts val="7311"/>
              <a:buNone/>
              <a:defRPr sz="7311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92050" y="8471516"/>
            <a:ext cx="4449600" cy="3732600"/>
          </a:xfrm>
          <a:prstGeom prst="rect">
            <a:avLst/>
          </a:prstGeom>
        </p:spPr>
        <p:txBody>
          <a:bodyPr anchorCtr="0" anchor="t" bIns="159150" lIns="159150" spcFirstLastPara="1" rIns="159150" wrap="square" tIns="15915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56"/>
              <a:buNone/>
              <a:defRPr sz="3656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56"/>
              <a:buNone/>
              <a:defRPr sz="3656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56"/>
              <a:buNone/>
              <a:defRPr sz="3656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56"/>
              <a:buNone/>
              <a:defRPr sz="3656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56"/>
              <a:buNone/>
              <a:defRPr sz="3656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56"/>
              <a:buNone/>
              <a:defRPr sz="3656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56"/>
              <a:buNone/>
              <a:defRPr sz="3656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56"/>
              <a:buNone/>
              <a:defRPr sz="3656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56"/>
              <a:buNone/>
              <a:defRPr sz="3656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5433450" y="2188316"/>
            <a:ext cx="4220700" cy="11167500"/>
          </a:xfrm>
          <a:prstGeom prst="rect">
            <a:avLst/>
          </a:prstGeom>
        </p:spPr>
        <p:txBody>
          <a:bodyPr anchorCtr="0" anchor="ctr" bIns="159150" lIns="159150" spcFirstLastPara="1" rIns="159150" wrap="square" tIns="159150">
            <a:normAutofit/>
          </a:bodyPr>
          <a:lstStyle>
            <a:lvl1pPr indent="-427566" lvl="0" marL="457200">
              <a:spcBef>
                <a:spcPts val="0"/>
              </a:spcBef>
              <a:spcAft>
                <a:spcPts val="0"/>
              </a:spcAft>
              <a:buSzPts val="3133"/>
              <a:buChar char="●"/>
              <a:defRPr sz="3133"/>
            </a:lvl1pPr>
            <a:lvl2pPr indent="-383352" lvl="1" marL="914400">
              <a:spcBef>
                <a:spcPts val="0"/>
              </a:spcBef>
              <a:spcAft>
                <a:spcPts val="0"/>
              </a:spcAft>
              <a:buSzPts val="2437"/>
              <a:buChar char="○"/>
              <a:defRPr sz="2437"/>
            </a:lvl2pPr>
            <a:lvl3pPr indent="-383352" lvl="2" marL="1371600">
              <a:spcBef>
                <a:spcPts val="0"/>
              </a:spcBef>
              <a:spcAft>
                <a:spcPts val="0"/>
              </a:spcAft>
              <a:buSzPts val="2437"/>
              <a:buChar char="■"/>
              <a:defRPr sz="2437"/>
            </a:lvl3pPr>
            <a:lvl4pPr indent="-383352" lvl="3" marL="1828800">
              <a:spcBef>
                <a:spcPts val="0"/>
              </a:spcBef>
              <a:spcAft>
                <a:spcPts val="0"/>
              </a:spcAft>
              <a:buSzPts val="2437"/>
              <a:buChar char="●"/>
              <a:defRPr sz="2437"/>
            </a:lvl4pPr>
            <a:lvl5pPr indent="-383352" lvl="4" marL="2286000">
              <a:spcBef>
                <a:spcPts val="0"/>
              </a:spcBef>
              <a:spcAft>
                <a:spcPts val="0"/>
              </a:spcAft>
              <a:buSzPts val="2437"/>
              <a:buChar char="○"/>
              <a:defRPr sz="2437"/>
            </a:lvl5pPr>
            <a:lvl6pPr indent="-383352" lvl="5" marL="2743200">
              <a:spcBef>
                <a:spcPts val="0"/>
              </a:spcBef>
              <a:spcAft>
                <a:spcPts val="0"/>
              </a:spcAft>
              <a:buSzPts val="2437"/>
              <a:buChar char="■"/>
              <a:defRPr sz="2437"/>
            </a:lvl6pPr>
            <a:lvl7pPr indent="-383352" lvl="6" marL="3200400">
              <a:spcBef>
                <a:spcPts val="0"/>
              </a:spcBef>
              <a:spcAft>
                <a:spcPts val="0"/>
              </a:spcAft>
              <a:buSzPts val="2437"/>
              <a:buChar char="●"/>
              <a:defRPr sz="2437"/>
            </a:lvl7pPr>
            <a:lvl8pPr indent="-383352" lvl="7" marL="3657600">
              <a:spcBef>
                <a:spcPts val="0"/>
              </a:spcBef>
              <a:spcAft>
                <a:spcPts val="0"/>
              </a:spcAft>
              <a:buSzPts val="2437"/>
              <a:buChar char="○"/>
              <a:defRPr sz="2437"/>
            </a:lvl8pPr>
            <a:lvl9pPr indent="-383352" lvl="8" marL="4114800">
              <a:spcBef>
                <a:spcPts val="0"/>
              </a:spcBef>
              <a:spcAft>
                <a:spcPts val="0"/>
              </a:spcAft>
              <a:buSzPts val="2437"/>
              <a:buChar char="■"/>
              <a:defRPr sz="2437"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9319704" y="14093277"/>
            <a:ext cx="603600" cy="1189500"/>
          </a:xfrm>
          <a:prstGeom prst="rect">
            <a:avLst/>
          </a:prstGeom>
        </p:spPr>
        <p:txBody>
          <a:bodyPr anchorCtr="0" anchor="ctr" bIns="159150" lIns="159150" spcFirstLastPara="1" rIns="159150" wrap="square" tIns="159150">
            <a:normAutofit/>
          </a:bodyPr>
          <a:lstStyle>
            <a:lvl1pPr lvl="0">
              <a:buNone/>
              <a:defRPr sz="1741"/>
            </a:lvl1pPr>
            <a:lvl2pPr lvl="1">
              <a:buNone/>
              <a:defRPr sz="1741"/>
            </a:lvl2pPr>
            <a:lvl3pPr lvl="2">
              <a:buNone/>
              <a:defRPr sz="1741"/>
            </a:lvl3pPr>
            <a:lvl4pPr lvl="3">
              <a:buNone/>
              <a:defRPr sz="1741"/>
            </a:lvl4pPr>
            <a:lvl5pPr lvl="4">
              <a:buNone/>
              <a:defRPr sz="1741"/>
            </a:lvl5pPr>
            <a:lvl6pPr lvl="5">
              <a:buNone/>
              <a:defRPr sz="1741"/>
            </a:lvl6pPr>
            <a:lvl7pPr lvl="6">
              <a:buNone/>
              <a:defRPr sz="1741"/>
            </a:lvl7pPr>
            <a:lvl8pPr lvl="7">
              <a:buNone/>
              <a:defRPr sz="1741"/>
            </a:lvl8pPr>
            <a:lvl9pPr lvl="8">
              <a:buNone/>
              <a:defRPr sz="1741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42870" y="12785738"/>
            <a:ext cx="6598800" cy="1828800"/>
          </a:xfrm>
          <a:prstGeom prst="rect">
            <a:avLst/>
          </a:prstGeom>
        </p:spPr>
        <p:txBody>
          <a:bodyPr anchorCtr="0" anchor="ctr" bIns="159150" lIns="159150" spcFirstLastPara="1" rIns="159150" wrap="square" tIns="159150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33"/>
              <a:buNone/>
              <a:defRPr sz="3133"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9319704" y="14093277"/>
            <a:ext cx="603600" cy="1189500"/>
          </a:xfrm>
          <a:prstGeom prst="rect">
            <a:avLst/>
          </a:prstGeom>
        </p:spPr>
        <p:txBody>
          <a:bodyPr anchorCtr="0" anchor="ctr" bIns="159150" lIns="159150" spcFirstLastPara="1" rIns="159150" wrap="square" tIns="159150">
            <a:normAutofit/>
          </a:bodyPr>
          <a:lstStyle>
            <a:lvl1pPr lvl="0">
              <a:buNone/>
              <a:defRPr sz="1741"/>
            </a:lvl1pPr>
            <a:lvl2pPr lvl="1">
              <a:buNone/>
              <a:defRPr sz="1741"/>
            </a:lvl2pPr>
            <a:lvl3pPr lvl="2">
              <a:buNone/>
              <a:defRPr sz="1741"/>
            </a:lvl3pPr>
            <a:lvl4pPr lvl="3">
              <a:buNone/>
              <a:defRPr sz="1741"/>
            </a:lvl4pPr>
            <a:lvl5pPr lvl="4">
              <a:buNone/>
              <a:defRPr sz="1741"/>
            </a:lvl5pPr>
            <a:lvl6pPr lvl="5">
              <a:buNone/>
              <a:defRPr sz="1741"/>
            </a:lvl6pPr>
            <a:lvl7pPr lvl="6">
              <a:buNone/>
              <a:defRPr sz="1741"/>
            </a:lvl7pPr>
            <a:lvl8pPr lvl="7">
              <a:buNone/>
              <a:defRPr sz="1741"/>
            </a:lvl8pPr>
            <a:lvl9pPr lvl="8">
              <a:buNone/>
              <a:defRPr sz="1741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42870" y="3342956"/>
            <a:ext cx="9372600" cy="5934000"/>
          </a:xfrm>
          <a:prstGeom prst="rect">
            <a:avLst/>
          </a:prstGeom>
        </p:spPr>
        <p:txBody>
          <a:bodyPr anchorCtr="0" anchor="b" bIns="159150" lIns="159150" spcFirstLastPara="1" rIns="159150" wrap="square" tIns="1591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0889"/>
              <a:buNone/>
              <a:defRPr sz="20889"/>
            </a:lvl1pPr>
            <a:lvl2pPr lvl="1" algn="ctr">
              <a:spcBef>
                <a:spcPts val="0"/>
              </a:spcBef>
              <a:spcAft>
                <a:spcPts val="0"/>
              </a:spcAft>
              <a:buSzPts val="20889"/>
              <a:buNone/>
              <a:defRPr sz="20889"/>
            </a:lvl2pPr>
            <a:lvl3pPr lvl="2" algn="ctr">
              <a:spcBef>
                <a:spcPts val="0"/>
              </a:spcBef>
              <a:spcAft>
                <a:spcPts val="0"/>
              </a:spcAft>
              <a:buSzPts val="20889"/>
              <a:buNone/>
              <a:defRPr sz="20889"/>
            </a:lvl3pPr>
            <a:lvl4pPr lvl="3" algn="ctr">
              <a:spcBef>
                <a:spcPts val="0"/>
              </a:spcBef>
              <a:spcAft>
                <a:spcPts val="0"/>
              </a:spcAft>
              <a:buSzPts val="20889"/>
              <a:buNone/>
              <a:defRPr sz="20889"/>
            </a:lvl4pPr>
            <a:lvl5pPr lvl="4" algn="ctr">
              <a:spcBef>
                <a:spcPts val="0"/>
              </a:spcBef>
              <a:spcAft>
                <a:spcPts val="0"/>
              </a:spcAft>
              <a:buSzPts val="20889"/>
              <a:buNone/>
              <a:defRPr sz="20889"/>
            </a:lvl5pPr>
            <a:lvl6pPr lvl="5" algn="ctr">
              <a:spcBef>
                <a:spcPts val="0"/>
              </a:spcBef>
              <a:spcAft>
                <a:spcPts val="0"/>
              </a:spcAft>
              <a:buSzPts val="20889"/>
              <a:buNone/>
              <a:defRPr sz="20889"/>
            </a:lvl6pPr>
            <a:lvl7pPr lvl="6" algn="ctr">
              <a:spcBef>
                <a:spcPts val="0"/>
              </a:spcBef>
              <a:spcAft>
                <a:spcPts val="0"/>
              </a:spcAft>
              <a:buSzPts val="20889"/>
              <a:buNone/>
              <a:defRPr sz="20889"/>
            </a:lvl7pPr>
            <a:lvl8pPr lvl="7" algn="ctr">
              <a:spcBef>
                <a:spcPts val="0"/>
              </a:spcBef>
              <a:spcAft>
                <a:spcPts val="0"/>
              </a:spcAft>
              <a:buSzPts val="20889"/>
              <a:buNone/>
              <a:defRPr sz="20889"/>
            </a:lvl8pPr>
            <a:lvl9pPr lvl="8" algn="ctr">
              <a:spcBef>
                <a:spcPts val="0"/>
              </a:spcBef>
              <a:spcAft>
                <a:spcPts val="0"/>
              </a:spcAft>
              <a:buSzPts val="20889"/>
              <a:buNone/>
              <a:defRPr sz="20889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42870" y="9526724"/>
            <a:ext cx="9372600" cy="3931200"/>
          </a:xfrm>
          <a:prstGeom prst="rect">
            <a:avLst/>
          </a:prstGeom>
        </p:spPr>
        <p:txBody>
          <a:bodyPr anchorCtr="0" anchor="t" bIns="159150" lIns="159150" spcFirstLastPara="1" rIns="159150" wrap="square" tIns="159150">
            <a:normAutofit/>
          </a:bodyPr>
          <a:lstStyle>
            <a:lvl1pPr indent="-427566" lvl="0" marL="457200" algn="ctr">
              <a:spcBef>
                <a:spcPts val="0"/>
              </a:spcBef>
              <a:spcAft>
                <a:spcPts val="0"/>
              </a:spcAft>
              <a:buSzPts val="3133"/>
              <a:buChar char="●"/>
              <a:defRPr sz="3133"/>
            </a:lvl1pPr>
            <a:lvl2pPr indent="-383352" lvl="1" marL="914400" algn="ctr">
              <a:spcBef>
                <a:spcPts val="0"/>
              </a:spcBef>
              <a:spcAft>
                <a:spcPts val="0"/>
              </a:spcAft>
              <a:buSzPts val="2437"/>
              <a:buChar char="○"/>
              <a:defRPr sz="2437"/>
            </a:lvl2pPr>
            <a:lvl3pPr indent="-383352" lvl="2" marL="1371600" algn="ctr">
              <a:spcBef>
                <a:spcPts val="0"/>
              </a:spcBef>
              <a:spcAft>
                <a:spcPts val="0"/>
              </a:spcAft>
              <a:buSzPts val="2437"/>
              <a:buChar char="■"/>
              <a:defRPr sz="2437"/>
            </a:lvl3pPr>
            <a:lvl4pPr indent="-383352" lvl="3" marL="1828800" algn="ctr">
              <a:spcBef>
                <a:spcPts val="0"/>
              </a:spcBef>
              <a:spcAft>
                <a:spcPts val="0"/>
              </a:spcAft>
              <a:buSzPts val="2437"/>
              <a:buChar char="●"/>
              <a:defRPr sz="2437"/>
            </a:lvl4pPr>
            <a:lvl5pPr indent="-383352" lvl="4" marL="2286000" algn="ctr">
              <a:spcBef>
                <a:spcPts val="0"/>
              </a:spcBef>
              <a:spcAft>
                <a:spcPts val="0"/>
              </a:spcAft>
              <a:buSzPts val="2437"/>
              <a:buChar char="○"/>
              <a:defRPr sz="2437"/>
            </a:lvl5pPr>
            <a:lvl6pPr indent="-383352" lvl="5" marL="2743200" algn="ctr">
              <a:spcBef>
                <a:spcPts val="0"/>
              </a:spcBef>
              <a:spcAft>
                <a:spcPts val="0"/>
              </a:spcAft>
              <a:buSzPts val="2437"/>
              <a:buChar char="■"/>
              <a:defRPr sz="2437"/>
            </a:lvl6pPr>
            <a:lvl7pPr indent="-383352" lvl="6" marL="3200400" algn="ctr">
              <a:spcBef>
                <a:spcPts val="0"/>
              </a:spcBef>
              <a:spcAft>
                <a:spcPts val="0"/>
              </a:spcAft>
              <a:buSzPts val="2437"/>
              <a:buChar char="●"/>
              <a:defRPr sz="2437"/>
            </a:lvl7pPr>
            <a:lvl8pPr indent="-383352" lvl="7" marL="3657600" algn="ctr">
              <a:spcBef>
                <a:spcPts val="0"/>
              </a:spcBef>
              <a:spcAft>
                <a:spcPts val="0"/>
              </a:spcAft>
              <a:buSzPts val="2437"/>
              <a:buChar char="○"/>
              <a:defRPr sz="2437"/>
            </a:lvl8pPr>
            <a:lvl9pPr indent="-383352" lvl="8" marL="4114800" algn="ctr">
              <a:spcBef>
                <a:spcPts val="0"/>
              </a:spcBef>
              <a:spcAft>
                <a:spcPts val="0"/>
              </a:spcAft>
              <a:buSzPts val="2437"/>
              <a:buChar char="■"/>
              <a:defRPr sz="2437"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9319704" y="14093277"/>
            <a:ext cx="603600" cy="1189500"/>
          </a:xfrm>
          <a:prstGeom prst="rect">
            <a:avLst/>
          </a:prstGeom>
        </p:spPr>
        <p:txBody>
          <a:bodyPr anchorCtr="0" anchor="ctr" bIns="159150" lIns="159150" spcFirstLastPara="1" rIns="159150" wrap="square" tIns="159150">
            <a:normAutofit/>
          </a:bodyPr>
          <a:lstStyle>
            <a:lvl1pPr lvl="0">
              <a:buNone/>
              <a:defRPr sz="1741"/>
            </a:lvl1pPr>
            <a:lvl2pPr lvl="1">
              <a:buNone/>
              <a:defRPr sz="1741"/>
            </a:lvl2pPr>
            <a:lvl3pPr lvl="2">
              <a:buNone/>
              <a:defRPr sz="1741"/>
            </a:lvl3pPr>
            <a:lvl4pPr lvl="3">
              <a:buNone/>
              <a:defRPr sz="1741"/>
            </a:lvl4pPr>
            <a:lvl5pPr lvl="4">
              <a:buNone/>
              <a:defRPr sz="1741"/>
            </a:lvl5pPr>
            <a:lvl6pPr lvl="5">
              <a:buNone/>
              <a:defRPr sz="1741"/>
            </a:lvl6pPr>
            <a:lvl7pPr lvl="6">
              <a:buNone/>
              <a:defRPr sz="1741"/>
            </a:lvl7pPr>
            <a:lvl8pPr lvl="7">
              <a:buNone/>
              <a:defRPr sz="1741"/>
            </a:lvl8pPr>
            <a:lvl9pPr lvl="8">
              <a:buNone/>
              <a:defRPr sz="1741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9319704" y="14093277"/>
            <a:ext cx="603600" cy="1189500"/>
          </a:xfrm>
          <a:prstGeom prst="rect">
            <a:avLst/>
          </a:prstGeom>
        </p:spPr>
        <p:txBody>
          <a:bodyPr anchorCtr="0" anchor="ctr" bIns="159150" lIns="159150" spcFirstLastPara="1" rIns="159150" wrap="square" tIns="159150">
            <a:normAutofit/>
          </a:bodyPr>
          <a:lstStyle>
            <a:lvl1pPr lvl="0">
              <a:buNone/>
              <a:defRPr sz="1741"/>
            </a:lvl1pPr>
            <a:lvl2pPr lvl="1">
              <a:buNone/>
              <a:defRPr sz="1741"/>
            </a:lvl2pPr>
            <a:lvl3pPr lvl="2">
              <a:buNone/>
              <a:defRPr sz="1741"/>
            </a:lvl3pPr>
            <a:lvl4pPr lvl="3">
              <a:buNone/>
              <a:defRPr sz="1741"/>
            </a:lvl4pPr>
            <a:lvl5pPr lvl="4">
              <a:buNone/>
              <a:defRPr sz="1741"/>
            </a:lvl5pPr>
            <a:lvl6pPr lvl="5">
              <a:buNone/>
              <a:defRPr sz="1741"/>
            </a:lvl6pPr>
            <a:lvl7pPr lvl="6">
              <a:buNone/>
              <a:defRPr sz="1741"/>
            </a:lvl7pPr>
            <a:lvl8pPr lvl="7">
              <a:buNone/>
              <a:defRPr sz="1741"/>
            </a:lvl8pPr>
            <a:lvl9pPr lvl="8">
              <a:buNone/>
              <a:defRPr sz="1741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42870" y="1344964"/>
            <a:ext cx="9372600" cy="17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159150" lIns="159150" spcFirstLastPara="1" rIns="159150" wrap="square" tIns="15915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74"/>
              <a:buNone/>
              <a:defRPr sz="4874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74"/>
              <a:buNone/>
              <a:defRPr sz="4874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74"/>
              <a:buNone/>
              <a:defRPr sz="4874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74"/>
              <a:buNone/>
              <a:defRPr sz="4874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74"/>
              <a:buNone/>
              <a:defRPr sz="4874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74"/>
              <a:buNone/>
              <a:defRPr sz="4874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74"/>
              <a:buNone/>
              <a:defRPr sz="4874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74"/>
              <a:buNone/>
              <a:defRPr sz="4874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74"/>
              <a:buNone/>
              <a:defRPr sz="4874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42870" y="3483036"/>
            <a:ext cx="9372600" cy="10325100"/>
          </a:xfrm>
          <a:prstGeom prst="rect">
            <a:avLst/>
          </a:prstGeom>
          <a:noFill/>
          <a:ln>
            <a:noFill/>
          </a:ln>
        </p:spPr>
        <p:txBody>
          <a:bodyPr anchorCtr="0" anchor="t" bIns="159150" lIns="159150" spcFirstLastPara="1" rIns="159150" wrap="square" tIns="159150">
            <a:normAutofit/>
          </a:bodyPr>
          <a:lstStyle>
            <a:lvl1pPr indent="-427566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133"/>
              <a:buChar char="●"/>
              <a:defRPr sz="3133">
                <a:solidFill>
                  <a:schemeClr val="dk2"/>
                </a:solidFill>
              </a:defRPr>
            </a:lvl1pPr>
            <a:lvl2pPr indent="-383352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37"/>
              <a:buChar char="○"/>
              <a:defRPr sz="2437">
                <a:solidFill>
                  <a:schemeClr val="dk2"/>
                </a:solidFill>
              </a:defRPr>
            </a:lvl2pPr>
            <a:lvl3pPr indent="-383352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37"/>
              <a:buChar char="■"/>
              <a:defRPr sz="2437">
                <a:solidFill>
                  <a:schemeClr val="dk2"/>
                </a:solidFill>
              </a:defRPr>
            </a:lvl3pPr>
            <a:lvl4pPr indent="-383352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37"/>
              <a:buChar char="●"/>
              <a:defRPr sz="2437">
                <a:solidFill>
                  <a:schemeClr val="dk2"/>
                </a:solidFill>
              </a:defRPr>
            </a:lvl4pPr>
            <a:lvl5pPr indent="-383352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37"/>
              <a:buChar char="○"/>
              <a:defRPr sz="2437">
                <a:solidFill>
                  <a:schemeClr val="dk2"/>
                </a:solidFill>
              </a:defRPr>
            </a:lvl5pPr>
            <a:lvl6pPr indent="-383352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37"/>
              <a:buChar char="■"/>
              <a:defRPr sz="2437">
                <a:solidFill>
                  <a:schemeClr val="dk2"/>
                </a:solidFill>
              </a:defRPr>
            </a:lvl6pPr>
            <a:lvl7pPr indent="-383352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37"/>
              <a:buChar char="●"/>
              <a:defRPr sz="2437">
                <a:solidFill>
                  <a:schemeClr val="dk2"/>
                </a:solidFill>
              </a:defRPr>
            </a:lvl7pPr>
            <a:lvl8pPr indent="-383352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37"/>
              <a:buChar char="○"/>
              <a:defRPr sz="2437">
                <a:solidFill>
                  <a:schemeClr val="dk2"/>
                </a:solidFill>
              </a:defRPr>
            </a:lvl8pPr>
            <a:lvl9pPr indent="-383352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37"/>
              <a:buChar char="■"/>
              <a:defRPr sz="2437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9319704" y="14093277"/>
            <a:ext cx="603600" cy="118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59150" lIns="159150" spcFirstLastPara="1" rIns="159150" wrap="square" tIns="159150">
            <a:normAutofit/>
          </a:bodyPr>
          <a:lstStyle>
            <a:lvl1pPr lvl="0" algn="r">
              <a:buNone/>
              <a:defRPr sz="1741">
                <a:solidFill>
                  <a:schemeClr val="dk2"/>
                </a:solidFill>
              </a:defRPr>
            </a:lvl1pPr>
            <a:lvl2pPr lvl="1" algn="r">
              <a:buNone/>
              <a:defRPr sz="1741">
                <a:solidFill>
                  <a:schemeClr val="dk2"/>
                </a:solidFill>
              </a:defRPr>
            </a:lvl2pPr>
            <a:lvl3pPr lvl="2" algn="r">
              <a:buNone/>
              <a:defRPr sz="1741">
                <a:solidFill>
                  <a:schemeClr val="dk2"/>
                </a:solidFill>
              </a:defRPr>
            </a:lvl3pPr>
            <a:lvl4pPr lvl="3" algn="r">
              <a:buNone/>
              <a:defRPr sz="1741">
                <a:solidFill>
                  <a:schemeClr val="dk2"/>
                </a:solidFill>
              </a:defRPr>
            </a:lvl4pPr>
            <a:lvl5pPr lvl="4" algn="r">
              <a:buNone/>
              <a:defRPr sz="1741">
                <a:solidFill>
                  <a:schemeClr val="dk2"/>
                </a:solidFill>
              </a:defRPr>
            </a:lvl5pPr>
            <a:lvl6pPr lvl="5" algn="r">
              <a:buNone/>
              <a:defRPr sz="1741">
                <a:solidFill>
                  <a:schemeClr val="dk2"/>
                </a:solidFill>
              </a:defRPr>
            </a:lvl6pPr>
            <a:lvl7pPr lvl="6" algn="r">
              <a:buNone/>
              <a:defRPr sz="1741">
                <a:solidFill>
                  <a:schemeClr val="dk2"/>
                </a:solidFill>
              </a:defRPr>
            </a:lvl7pPr>
            <a:lvl8pPr lvl="7" algn="r">
              <a:buNone/>
              <a:defRPr sz="1741">
                <a:solidFill>
                  <a:schemeClr val="dk2"/>
                </a:solidFill>
              </a:defRPr>
            </a:lvl8pPr>
            <a:lvl9pPr lvl="8" algn="r">
              <a:buNone/>
              <a:defRPr sz="1741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 title="Game Board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6155975" cy="6155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